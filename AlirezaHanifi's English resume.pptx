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2"/>
    <p:sldId id="257" r:id="rId3"/>
  </p:sldIdLst>
  <p:sldSz cx="6858000" cy="9906000" type="A4"/>
  <p:notesSz cx="6858000" cy="9144000"/>
  <p:defaultText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B202"/>
    <a:srgbClr val="D6A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4265" autoAdjust="0"/>
    <p:restoredTop sz="94660"/>
  </p:normalViewPr>
  <p:slideViewPr>
    <p:cSldViewPr snapToGrid="0">
      <p:cViewPr>
        <p:scale>
          <a:sx n="50" d="100"/>
          <a:sy n="50" d="100"/>
        </p:scale>
        <p:origin x="2832" y="36"/>
      </p:cViewPr>
      <p:guideLst>
        <p:guide orient="horz" pos="31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fa-I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BCD595E9-34D8-4758-B402-0B68AA487CD3}" type="datetimeFigureOut">
              <a:rPr lang="fa-IR" smtClean="0"/>
              <a:t>1443/09/22</a:t>
            </a:fld>
            <a:endParaRPr lang="fa-IR"/>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fa-I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fa-I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5107D41C-87F0-40CB-A43D-CD1221A6617B}" type="slidenum">
              <a:rPr lang="fa-IR" smtClean="0"/>
              <a:t>‹#›</a:t>
            </a:fld>
            <a:endParaRPr lang="fa-IR"/>
          </a:p>
        </p:txBody>
      </p:sp>
    </p:spTree>
    <p:extLst>
      <p:ext uri="{BB962C8B-B14F-4D97-AF65-F5344CB8AC3E}">
        <p14:creationId xmlns:p14="http://schemas.microsoft.com/office/powerpoint/2010/main" val="2528704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107D41C-87F0-40CB-A43D-CD1221A6617B}" type="slidenum">
              <a:rPr lang="fa-IR" smtClean="0"/>
              <a:t>1</a:t>
            </a:fld>
            <a:endParaRPr lang="fa-IR"/>
          </a:p>
        </p:txBody>
      </p:sp>
    </p:spTree>
    <p:extLst>
      <p:ext uri="{BB962C8B-B14F-4D97-AF65-F5344CB8AC3E}">
        <p14:creationId xmlns:p14="http://schemas.microsoft.com/office/powerpoint/2010/main" val="4118524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57250" y="1621191"/>
            <a:ext cx="5143500" cy="3448756"/>
          </a:xfrm>
        </p:spPr>
        <p:txBody>
          <a:bodyPr anchor="b"/>
          <a:lstStyle>
            <a:lvl1pPr algn="ctr">
              <a:defRPr sz="8666"/>
            </a:lvl1pPr>
          </a:lstStyle>
          <a:p>
            <a:r>
              <a:rPr lang="en-US" smtClean="0"/>
              <a:t>Click to edit Master title style</a:t>
            </a:r>
            <a:endParaRPr lang="fa-IR"/>
          </a:p>
        </p:txBody>
      </p:sp>
      <p:sp>
        <p:nvSpPr>
          <p:cNvPr id="3" name="Subtitle 2"/>
          <p:cNvSpPr>
            <a:spLocks noGrp="1"/>
          </p:cNvSpPr>
          <p:nvPr>
            <p:ph type="subTitle" idx="1"/>
          </p:nvPr>
        </p:nvSpPr>
        <p:spPr>
          <a:xfrm>
            <a:off x="857250" y="5202944"/>
            <a:ext cx="5143500" cy="2391656"/>
          </a:xfrm>
        </p:spPr>
        <p:txBody>
          <a:bodyPr/>
          <a:lstStyle>
            <a:lvl1pPr marL="0" indent="0" algn="ctr">
              <a:buNone/>
              <a:defRPr sz="3467"/>
            </a:lvl1pPr>
            <a:lvl2pPr marL="660380" indent="0" algn="ctr">
              <a:buNone/>
              <a:defRPr sz="2889"/>
            </a:lvl2pPr>
            <a:lvl3pPr marL="1320759" indent="0" algn="ctr">
              <a:buNone/>
              <a:defRPr sz="2600"/>
            </a:lvl3pPr>
            <a:lvl4pPr marL="1981139" indent="0" algn="ctr">
              <a:buNone/>
              <a:defRPr sz="2311"/>
            </a:lvl4pPr>
            <a:lvl5pPr marL="2641519" indent="0" algn="ctr">
              <a:buNone/>
              <a:defRPr sz="2311"/>
            </a:lvl5pPr>
            <a:lvl6pPr marL="3301898" indent="0" algn="ctr">
              <a:buNone/>
              <a:defRPr sz="2311"/>
            </a:lvl6pPr>
            <a:lvl7pPr marL="3962278" indent="0" algn="ctr">
              <a:buNone/>
              <a:defRPr sz="2311"/>
            </a:lvl7pPr>
            <a:lvl8pPr marL="4622658" indent="0" algn="ctr">
              <a:buNone/>
              <a:defRPr sz="2311"/>
            </a:lvl8pPr>
            <a:lvl9pPr marL="5283037" indent="0" algn="ctr">
              <a:buNone/>
              <a:defRPr sz="2311"/>
            </a:lvl9pPr>
          </a:lstStyle>
          <a:p>
            <a:r>
              <a:rPr lang="en-US" smtClean="0"/>
              <a:t>Click to edit Master subtitle style</a:t>
            </a:r>
            <a:endParaRPr lang="fa-IR"/>
          </a:p>
        </p:txBody>
      </p:sp>
      <p:sp>
        <p:nvSpPr>
          <p:cNvPr id="4" name="Date Placeholder 3"/>
          <p:cNvSpPr>
            <a:spLocks noGrp="1"/>
          </p:cNvSpPr>
          <p:nvPr>
            <p:ph type="dt" sz="half" idx="10"/>
          </p:nvPr>
        </p:nvSpPr>
        <p:spPr/>
        <p:txBody>
          <a:bodyPr/>
          <a:lstStyle/>
          <a:p>
            <a:r>
              <a:rPr lang="fa-IR" smtClean="0"/>
              <a:t>September 2021</a:t>
            </a:r>
            <a:endParaRPr lang="fa-IR"/>
          </a:p>
        </p:txBody>
      </p:sp>
      <p:sp>
        <p:nvSpPr>
          <p:cNvPr id="5" name="Footer Placeholder 4"/>
          <p:cNvSpPr>
            <a:spLocks noGrp="1"/>
          </p:cNvSpPr>
          <p:nvPr>
            <p:ph type="ftr" sz="quarter" idx="11"/>
          </p:nvPr>
        </p:nvSpPr>
        <p:spPr/>
        <p:txBody>
          <a:bodyPr/>
          <a:lstStyle/>
          <a:p>
            <a:r>
              <a:rPr lang="en-US" smtClean="0"/>
              <a:t>ALIREZA HANIFI · RÉSUMÉ</a:t>
            </a:r>
            <a:endParaRPr lang="fa-IR"/>
          </a:p>
        </p:txBody>
      </p:sp>
      <p:sp>
        <p:nvSpPr>
          <p:cNvPr id="6" name="Slide Number Placeholder 5"/>
          <p:cNvSpPr>
            <a:spLocks noGrp="1"/>
          </p:cNvSpPr>
          <p:nvPr>
            <p:ph type="sldNum" sz="quarter" idx="12"/>
          </p:nvPr>
        </p:nvSpPr>
        <p:spPr/>
        <p:txBody>
          <a:bodyPr/>
          <a:lstStyle/>
          <a:p>
            <a:fld id="{B7E122CD-5D3E-422F-8AC3-26C9E2C77A82}" type="slidenum">
              <a:rPr lang="fa-IR" smtClean="0"/>
              <a:t>‹#›</a:t>
            </a:fld>
            <a:endParaRPr lang="fa-IR"/>
          </a:p>
        </p:txBody>
      </p:sp>
    </p:spTree>
    <p:extLst>
      <p:ext uri="{BB962C8B-B14F-4D97-AF65-F5344CB8AC3E}">
        <p14:creationId xmlns:p14="http://schemas.microsoft.com/office/powerpoint/2010/main" val="1158071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r>
              <a:rPr lang="fa-IR" smtClean="0"/>
              <a:t>September 2021</a:t>
            </a:r>
            <a:endParaRPr lang="fa-IR"/>
          </a:p>
        </p:txBody>
      </p:sp>
      <p:sp>
        <p:nvSpPr>
          <p:cNvPr id="5" name="Footer Placeholder 4"/>
          <p:cNvSpPr>
            <a:spLocks noGrp="1"/>
          </p:cNvSpPr>
          <p:nvPr>
            <p:ph type="ftr" sz="quarter" idx="11"/>
          </p:nvPr>
        </p:nvSpPr>
        <p:spPr/>
        <p:txBody>
          <a:bodyPr/>
          <a:lstStyle/>
          <a:p>
            <a:r>
              <a:rPr lang="en-US" smtClean="0"/>
              <a:t>ALIREZA HANIFI · RÉSUMÉ</a:t>
            </a:r>
            <a:endParaRPr lang="fa-IR"/>
          </a:p>
        </p:txBody>
      </p:sp>
      <p:sp>
        <p:nvSpPr>
          <p:cNvPr id="6" name="Slide Number Placeholder 5"/>
          <p:cNvSpPr>
            <a:spLocks noGrp="1"/>
          </p:cNvSpPr>
          <p:nvPr>
            <p:ph type="sldNum" sz="quarter" idx="12"/>
          </p:nvPr>
        </p:nvSpPr>
        <p:spPr/>
        <p:txBody>
          <a:bodyPr/>
          <a:lstStyle/>
          <a:p>
            <a:fld id="{B7E122CD-5D3E-422F-8AC3-26C9E2C77A82}" type="slidenum">
              <a:rPr lang="fa-IR" smtClean="0"/>
              <a:t>‹#›</a:t>
            </a:fld>
            <a:endParaRPr lang="fa-IR"/>
          </a:p>
        </p:txBody>
      </p:sp>
    </p:spTree>
    <p:extLst>
      <p:ext uri="{BB962C8B-B14F-4D97-AF65-F5344CB8AC3E}">
        <p14:creationId xmlns:p14="http://schemas.microsoft.com/office/powerpoint/2010/main" val="2627658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2"/>
            <a:ext cx="5915025" cy="4120620"/>
          </a:xfrm>
        </p:spPr>
        <p:txBody>
          <a:bodyPr anchor="b"/>
          <a:lstStyle>
            <a:lvl1pPr>
              <a:defRPr sz="8666"/>
            </a:lvl1pPr>
          </a:lstStyle>
          <a:p>
            <a:r>
              <a:rPr lang="en-US" smtClean="0"/>
              <a:t>Click to edit Master title style</a:t>
            </a:r>
            <a:endParaRPr lang="fa-IR"/>
          </a:p>
        </p:txBody>
      </p:sp>
      <p:sp>
        <p:nvSpPr>
          <p:cNvPr id="3" name="Text Placeholder 2"/>
          <p:cNvSpPr>
            <a:spLocks noGrp="1"/>
          </p:cNvSpPr>
          <p:nvPr>
            <p:ph type="body" idx="1"/>
          </p:nvPr>
        </p:nvSpPr>
        <p:spPr>
          <a:xfrm>
            <a:off x="467916" y="6629225"/>
            <a:ext cx="5915025" cy="2166937"/>
          </a:xfrm>
        </p:spPr>
        <p:txBody>
          <a:bodyPr/>
          <a:lstStyle>
            <a:lvl1pPr marL="0" indent="0">
              <a:buNone/>
              <a:defRPr sz="3467">
                <a:solidFill>
                  <a:schemeClr val="tx1">
                    <a:tint val="75000"/>
                  </a:schemeClr>
                </a:solidFill>
              </a:defRPr>
            </a:lvl1pPr>
            <a:lvl2pPr marL="660380" indent="0">
              <a:buNone/>
              <a:defRPr sz="2889">
                <a:solidFill>
                  <a:schemeClr val="tx1">
                    <a:tint val="75000"/>
                  </a:schemeClr>
                </a:solidFill>
              </a:defRPr>
            </a:lvl2pPr>
            <a:lvl3pPr marL="1320759" indent="0">
              <a:buNone/>
              <a:defRPr sz="2600">
                <a:solidFill>
                  <a:schemeClr val="tx1">
                    <a:tint val="75000"/>
                  </a:schemeClr>
                </a:solidFill>
              </a:defRPr>
            </a:lvl3pPr>
            <a:lvl4pPr marL="1981139" indent="0">
              <a:buNone/>
              <a:defRPr sz="2311">
                <a:solidFill>
                  <a:schemeClr val="tx1">
                    <a:tint val="75000"/>
                  </a:schemeClr>
                </a:solidFill>
              </a:defRPr>
            </a:lvl4pPr>
            <a:lvl5pPr marL="2641519" indent="0">
              <a:buNone/>
              <a:defRPr sz="2311">
                <a:solidFill>
                  <a:schemeClr val="tx1">
                    <a:tint val="75000"/>
                  </a:schemeClr>
                </a:solidFill>
              </a:defRPr>
            </a:lvl5pPr>
            <a:lvl6pPr marL="3301898" indent="0">
              <a:buNone/>
              <a:defRPr sz="2311">
                <a:solidFill>
                  <a:schemeClr val="tx1">
                    <a:tint val="75000"/>
                  </a:schemeClr>
                </a:solidFill>
              </a:defRPr>
            </a:lvl6pPr>
            <a:lvl7pPr marL="3962278" indent="0">
              <a:buNone/>
              <a:defRPr sz="2311">
                <a:solidFill>
                  <a:schemeClr val="tx1">
                    <a:tint val="75000"/>
                  </a:schemeClr>
                </a:solidFill>
              </a:defRPr>
            </a:lvl7pPr>
            <a:lvl8pPr marL="4622658" indent="0">
              <a:buNone/>
              <a:defRPr sz="2311">
                <a:solidFill>
                  <a:schemeClr val="tx1">
                    <a:tint val="75000"/>
                  </a:schemeClr>
                </a:solidFill>
              </a:defRPr>
            </a:lvl8pPr>
            <a:lvl9pPr marL="5283037" indent="0">
              <a:buNone/>
              <a:defRPr sz="2311">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r>
              <a:rPr lang="fa-IR" smtClean="0"/>
              <a:t>September 2021</a:t>
            </a:r>
            <a:endParaRPr lang="fa-IR"/>
          </a:p>
        </p:txBody>
      </p:sp>
      <p:sp>
        <p:nvSpPr>
          <p:cNvPr id="5" name="Footer Placeholder 4"/>
          <p:cNvSpPr>
            <a:spLocks noGrp="1"/>
          </p:cNvSpPr>
          <p:nvPr>
            <p:ph type="ftr" sz="quarter" idx="11"/>
          </p:nvPr>
        </p:nvSpPr>
        <p:spPr/>
        <p:txBody>
          <a:bodyPr/>
          <a:lstStyle/>
          <a:p>
            <a:r>
              <a:rPr lang="en-US" smtClean="0"/>
              <a:t>ALIREZA HANIFI · RÉSUMÉ</a:t>
            </a:r>
            <a:endParaRPr lang="fa-IR"/>
          </a:p>
        </p:txBody>
      </p:sp>
      <p:sp>
        <p:nvSpPr>
          <p:cNvPr id="6" name="Slide Number Placeholder 5"/>
          <p:cNvSpPr>
            <a:spLocks noGrp="1"/>
          </p:cNvSpPr>
          <p:nvPr>
            <p:ph type="sldNum" sz="quarter" idx="12"/>
          </p:nvPr>
        </p:nvSpPr>
        <p:spPr/>
        <p:txBody>
          <a:bodyPr/>
          <a:lstStyle/>
          <a:p>
            <a:fld id="{B7E122CD-5D3E-422F-8AC3-26C9E2C77A82}" type="slidenum">
              <a:rPr lang="fa-IR" smtClean="0"/>
              <a:t>‹#›</a:t>
            </a:fld>
            <a:endParaRPr lang="fa-IR"/>
          </a:p>
        </p:txBody>
      </p:sp>
    </p:spTree>
    <p:extLst>
      <p:ext uri="{BB962C8B-B14F-4D97-AF65-F5344CB8AC3E}">
        <p14:creationId xmlns:p14="http://schemas.microsoft.com/office/powerpoint/2010/main" val="1838200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Content Placeholder 2"/>
          <p:cNvSpPr>
            <a:spLocks noGrp="1"/>
          </p:cNvSpPr>
          <p:nvPr>
            <p:ph sz="half" idx="1"/>
          </p:nvPr>
        </p:nvSpPr>
        <p:spPr>
          <a:xfrm>
            <a:off x="471488" y="2637014"/>
            <a:ext cx="2914650" cy="628526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Content Placeholder 3"/>
          <p:cNvSpPr>
            <a:spLocks noGrp="1"/>
          </p:cNvSpPr>
          <p:nvPr>
            <p:ph sz="half" idx="2"/>
          </p:nvPr>
        </p:nvSpPr>
        <p:spPr>
          <a:xfrm>
            <a:off x="3471863" y="2637014"/>
            <a:ext cx="2914650" cy="628526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5" name="Date Placeholder 4"/>
          <p:cNvSpPr>
            <a:spLocks noGrp="1"/>
          </p:cNvSpPr>
          <p:nvPr>
            <p:ph type="dt" sz="half" idx="10"/>
          </p:nvPr>
        </p:nvSpPr>
        <p:spPr/>
        <p:txBody>
          <a:bodyPr/>
          <a:lstStyle/>
          <a:p>
            <a:r>
              <a:rPr lang="fa-IR" smtClean="0"/>
              <a:t>September 2021</a:t>
            </a:r>
            <a:endParaRPr lang="fa-IR"/>
          </a:p>
        </p:txBody>
      </p:sp>
      <p:sp>
        <p:nvSpPr>
          <p:cNvPr id="6" name="Footer Placeholder 5"/>
          <p:cNvSpPr>
            <a:spLocks noGrp="1"/>
          </p:cNvSpPr>
          <p:nvPr>
            <p:ph type="ftr" sz="quarter" idx="11"/>
          </p:nvPr>
        </p:nvSpPr>
        <p:spPr/>
        <p:txBody>
          <a:bodyPr/>
          <a:lstStyle/>
          <a:p>
            <a:r>
              <a:rPr lang="en-US" smtClean="0"/>
              <a:t>ALIREZA HANIFI · RÉSUMÉ</a:t>
            </a:r>
            <a:endParaRPr lang="fa-IR"/>
          </a:p>
        </p:txBody>
      </p:sp>
      <p:sp>
        <p:nvSpPr>
          <p:cNvPr id="7" name="Slide Number Placeholder 6"/>
          <p:cNvSpPr>
            <a:spLocks noGrp="1"/>
          </p:cNvSpPr>
          <p:nvPr>
            <p:ph type="sldNum" sz="quarter" idx="12"/>
          </p:nvPr>
        </p:nvSpPr>
        <p:spPr/>
        <p:txBody>
          <a:bodyPr/>
          <a:lstStyle/>
          <a:p>
            <a:fld id="{B7E122CD-5D3E-422F-8AC3-26C9E2C77A82}" type="slidenum">
              <a:rPr lang="fa-IR" smtClean="0"/>
              <a:t>‹#›</a:t>
            </a:fld>
            <a:endParaRPr lang="fa-IR"/>
          </a:p>
        </p:txBody>
      </p:sp>
    </p:spTree>
    <p:extLst>
      <p:ext uri="{BB962C8B-B14F-4D97-AF65-F5344CB8AC3E}">
        <p14:creationId xmlns:p14="http://schemas.microsoft.com/office/powerpoint/2010/main" val="133925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4"/>
            <a:ext cx="5915025" cy="1914702"/>
          </a:xfrm>
        </p:spPr>
        <p:txBody>
          <a:bodyPr/>
          <a:lstStyle/>
          <a:p>
            <a:r>
              <a:rPr lang="en-US" smtClean="0"/>
              <a:t>Click to edit Master title style</a:t>
            </a:r>
            <a:endParaRPr lang="fa-I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3467" b="1"/>
            </a:lvl1pPr>
            <a:lvl2pPr marL="660380" indent="0">
              <a:buNone/>
              <a:defRPr sz="2889" b="1"/>
            </a:lvl2pPr>
            <a:lvl3pPr marL="1320759" indent="0">
              <a:buNone/>
              <a:defRPr sz="2600" b="1"/>
            </a:lvl3pPr>
            <a:lvl4pPr marL="1981139" indent="0">
              <a:buNone/>
              <a:defRPr sz="2311" b="1"/>
            </a:lvl4pPr>
            <a:lvl5pPr marL="2641519" indent="0">
              <a:buNone/>
              <a:defRPr sz="2311" b="1"/>
            </a:lvl5pPr>
            <a:lvl6pPr marL="3301898" indent="0">
              <a:buNone/>
              <a:defRPr sz="2311" b="1"/>
            </a:lvl6pPr>
            <a:lvl7pPr marL="3962278" indent="0">
              <a:buNone/>
              <a:defRPr sz="2311" b="1"/>
            </a:lvl7pPr>
            <a:lvl8pPr marL="4622658" indent="0">
              <a:buNone/>
              <a:defRPr sz="2311" b="1"/>
            </a:lvl8pPr>
            <a:lvl9pPr marL="5283037" indent="0">
              <a:buNone/>
              <a:defRPr sz="2311" b="1"/>
            </a:lvl9pPr>
          </a:lstStyle>
          <a:p>
            <a:pPr lvl="0"/>
            <a:r>
              <a:rPr lang="en-US" smtClean="0"/>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3467" b="1"/>
            </a:lvl1pPr>
            <a:lvl2pPr marL="660380" indent="0">
              <a:buNone/>
              <a:defRPr sz="2889" b="1"/>
            </a:lvl2pPr>
            <a:lvl3pPr marL="1320759" indent="0">
              <a:buNone/>
              <a:defRPr sz="2600" b="1"/>
            </a:lvl3pPr>
            <a:lvl4pPr marL="1981139" indent="0">
              <a:buNone/>
              <a:defRPr sz="2311" b="1"/>
            </a:lvl4pPr>
            <a:lvl5pPr marL="2641519" indent="0">
              <a:buNone/>
              <a:defRPr sz="2311" b="1"/>
            </a:lvl5pPr>
            <a:lvl6pPr marL="3301898" indent="0">
              <a:buNone/>
              <a:defRPr sz="2311" b="1"/>
            </a:lvl6pPr>
            <a:lvl7pPr marL="3962278" indent="0">
              <a:buNone/>
              <a:defRPr sz="2311" b="1"/>
            </a:lvl7pPr>
            <a:lvl8pPr marL="4622658" indent="0">
              <a:buNone/>
              <a:defRPr sz="2311" b="1"/>
            </a:lvl8pPr>
            <a:lvl9pPr marL="5283037" indent="0">
              <a:buNone/>
              <a:defRPr sz="2311" b="1"/>
            </a:lvl9pPr>
          </a:lstStyle>
          <a:p>
            <a:pPr lvl="0"/>
            <a:r>
              <a:rPr lang="en-US" smtClean="0"/>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7" name="Date Placeholder 6"/>
          <p:cNvSpPr>
            <a:spLocks noGrp="1"/>
          </p:cNvSpPr>
          <p:nvPr>
            <p:ph type="dt" sz="half" idx="10"/>
          </p:nvPr>
        </p:nvSpPr>
        <p:spPr/>
        <p:txBody>
          <a:bodyPr/>
          <a:lstStyle/>
          <a:p>
            <a:r>
              <a:rPr lang="fa-IR" smtClean="0"/>
              <a:t>September 2021</a:t>
            </a:r>
            <a:endParaRPr lang="fa-IR"/>
          </a:p>
        </p:txBody>
      </p:sp>
      <p:sp>
        <p:nvSpPr>
          <p:cNvPr id="8" name="Footer Placeholder 7"/>
          <p:cNvSpPr>
            <a:spLocks noGrp="1"/>
          </p:cNvSpPr>
          <p:nvPr>
            <p:ph type="ftr" sz="quarter" idx="11"/>
          </p:nvPr>
        </p:nvSpPr>
        <p:spPr/>
        <p:txBody>
          <a:bodyPr/>
          <a:lstStyle/>
          <a:p>
            <a:r>
              <a:rPr lang="en-US" smtClean="0"/>
              <a:t>ALIREZA HANIFI · RÉSUMÉ</a:t>
            </a:r>
            <a:endParaRPr lang="fa-IR"/>
          </a:p>
        </p:txBody>
      </p:sp>
      <p:sp>
        <p:nvSpPr>
          <p:cNvPr id="9" name="Slide Number Placeholder 8"/>
          <p:cNvSpPr>
            <a:spLocks noGrp="1"/>
          </p:cNvSpPr>
          <p:nvPr>
            <p:ph type="sldNum" sz="quarter" idx="12"/>
          </p:nvPr>
        </p:nvSpPr>
        <p:spPr/>
        <p:txBody>
          <a:bodyPr/>
          <a:lstStyle/>
          <a:p>
            <a:fld id="{B7E122CD-5D3E-422F-8AC3-26C9E2C77A82}" type="slidenum">
              <a:rPr lang="fa-IR" smtClean="0"/>
              <a:t>‹#›</a:t>
            </a:fld>
            <a:endParaRPr lang="fa-IR"/>
          </a:p>
        </p:txBody>
      </p:sp>
    </p:spTree>
    <p:extLst>
      <p:ext uri="{BB962C8B-B14F-4D97-AF65-F5344CB8AC3E}">
        <p14:creationId xmlns:p14="http://schemas.microsoft.com/office/powerpoint/2010/main" val="105637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Date Placeholder 2"/>
          <p:cNvSpPr>
            <a:spLocks noGrp="1"/>
          </p:cNvSpPr>
          <p:nvPr>
            <p:ph type="dt" sz="half" idx="10"/>
          </p:nvPr>
        </p:nvSpPr>
        <p:spPr/>
        <p:txBody>
          <a:bodyPr/>
          <a:lstStyle/>
          <a:p>
            <a:r>
              <a:rPr lang="fa-IR" smtClean="0"/>
              <a:t>September 2021</a:t>
            </a:r>
            <a:endParaRPr lang="fa-IR"/>
          </a:p>
        </p:txBody>
      </p:sp>
      <p:sp>
        <p:nvSpPr>
          <p:cNvPr id="4" name="Footer Placeholder 3"/>
          <p:cNvSpPr>
            <a:spLocks noGrp="1"/>
          </p:cNvSpPr>
          <p:nvPr>
            <p:ph type="ftr" sz="quarter" idx="11"/>
          </p:nvPr>
        </p:nvSpPr>
        <p:spPr/>
        <p:txBody>
          <a:bodyPr/>
          <a:lstStyle/>
          <a:p>
            <a:r>
              <a:rPr lang="en-US" smtClean="0"/>
              <a:t>ALIREZA HANIFI · RÉSUMÉ</a:t>
            </a:r>
            <a:endParaRPr lang="fa-IR"/>
          </a:p>
        </p:txBody>
      </p:sp>
      <p:sp>
        <p:nvSpPr>
          <p:cNvPr id="5" name="Slide Number Placeholder 4"/>
          <p:cNvSpPr>
            <a:spLocks noGrp="1"/>
          </p:cNvSpPr>
          <p:nvPr>
            <p:ph type="sldNum" sz="quarter" idx="12"/>
          </p:nvPr>
        </p:nvSpPr>
        <p:spPr/>
        <p:txBody>
          <a:bodyPr/>
          <a:lstStyle/>
          <a:p>
            <a:fld id="{B7E122CD-5D3E-422F-8AC3-26C9E2C77A82}" type="slidenum">
              <a:rPr lang="fa-IR" smtClean="0"/>
              <a:t>‹#›</a:t>
            </a:fld>
            <a:endParaRPr lang="fa-IR"/>
          </a:p>
        </p:txBody>
      </p:sp>
    </p:spTree>
    <p:extLst>
      <p:ext uri="{BB962C8B-B14F-4D97-AF65-F5344CB8AC3E}">
        <p14:creationId xmlns:p14="http://schemas.microsoft.com/office/powerpoint/2010/main" val="1055314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fa-IR" smtClean="0"/>
              <a:t>September 2021</a:t>
            </a:r>
            <a:endParaRPr lang="fa-IR"/>
          </a:p>
        </p:txBody>
      </p:sp>
      <p:sp>
        <p:nvSpPr>
          <p:cNvPr id="3" name="Footer Placeholder 2"/>
          <p:cNvSpPr>
            <a:spLocks noGrp="1"/>
          </p:cNvSpPr>
          <p:nvPr>
            <p:ph type="ftr" sz="quarter" idx="11"/>
          </p:nvPr>
        </p:nvSpPr>
        <p:spPr/>
        <p:txBody>
          <a:bodyPr/>
          <a:lstStyle/>
          <a:p>
            <a:r>
              <a:rPr lang="en-US" smtClean="0"/>
              <a:t>ALIREZA HANIFI · RÉSUMÉ</a:t>
            </a:r>
            <a:endParaRPr lang="fa-IR"/>
          </a:p>
        </p:txBody>
      </p:sp>
      <p:sp>
        <p:nvSpPr>
          <p:cNvPr id="4" name="Slide Number Placeholder 3"/>
          <p:cNvSpPr>
            <a:spLocks noGrp="1"/>
          </p:cNvSpPr>
          <p:nvPr>
            <p:ph type="sldNum" sz="quarter" idx="12"/>
          </p:nvPr>
        </p:nvSpPr>
        <p:spPr/>
        <p:txBody>
          <a:bodyPr/>
          <a:lstStyle/>
          <a:p>
            <a:fld id="{B7E122CD-5D3E-422F-8AC3-26C9E2C77A82}" type="slidenum">
              <a:rPr lang="fa-IR" smtClean="0"/>
              <a:t>‹#›</a:t>
            </a:fld>
            <a:endParaRPr lang="fa-IR"/>
          </a:p>
        </p:txBody>
      </p:sp>
    </p:spTree>
    <p:extLst>
      <p:ext uri="{BB962C8B-B14F-4D97-AF65-F5344CB8AC3E}">
        <p14:creationId xmlns:p14="http://schemas.microsoft.com/office/powerpoint/2010/main" val="2392177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3" cy="2311400"/>
          </a:xfrm>
        </p:spPr>
        <p:txBody>
          <a:bodyPr anchor="b"/>
          <a:lstStyle>
            <a:lvl1pPr>
              <a:defRPr sz="4622"/>
            </a:lvl1pPr>
          </a:lstStyle>
          <a:p>
            <a:r>
              <a:rPr lang="en-US" smtClean="0"/>
              <a:t>Click to edit Master title style</a:t>
            </a:r>
            <a:endParaRPr lang="fa-IR"/>
          </a:p>
        </p:txBody>
      </p:sp>
      <p:sp>
        <p:nvSpPr>
          <p:cNvPr id="3" name="Content Placeholder 2"/>
          <p:cNvSpPr>
            <a:spLocks noGrp="1"/>
          </p:cNvSpPr>
          <p:nvPr>
            <p:ph idx="1"/>
          </p:nvPr>
        </p:nvSpPr>
        <p:spPr>
          <a:xfrm>
            <a:off x="2915543" y="1426281"/>
            <a:ext cx="3471863" cy="7039681"/>
          </a:xfrm>
        </p:spPr>
        <p:txBody>
          <a:bodyPr/>
          <a:lstStyle>
            <a:lvl1pPr>
              <a:defRPr sz="4622"/>
            </a:lvl1pPr>
            <a:lvl2pPr>
              <a:defRPr sz="4044"/>
            </a:lvl2pPr>
            <a:lvl3pPr>
              <a:defRPr sz="3467"/>
            </a:lvl3pPr>
            <a:lvl4pPr>
              <a:defRPr sz="2889"/>
            </a:lvl4pPr>
            <a:lvl5pPr>
              <a:defRPr sz="2889"/>
            </a:lvl5pPr>
            <a:lvl6pPr>
              <a:defRPr sz="2889"/>
            </a:lvl6pPr>
            <a:lvl7pPr>
              <a:defRPr sz="2889"/>
            </a:lvl7pPr>
            <a:lvl8pPr>
              <a:defRPr sz="2889"/>
            </a:lvl8pPr>
            <a:lvl9pPr>
              <a:defRPr sz="2889"/>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Text Placeholder 3"/>
          <p:cNvSpPr>
            <a:spLocks noGrp="1"/>
          </p:cNvSpPr>
          <p:nvPr>
            <p:ph type="body" sz="half" idx="2"/>
          </p:nvPr>
        </p:nvSpPr>
        <p:spPr>
          <a:xfrm>
            <a:off x="472381" y="2971800"/>
            <a:ext cx="2211883" cy="5505627"/>
          </a:xfrm>
        </p:spPr>
        <p:txBody>
          <a:bodyPr/>
          <a:lstStyle>
            <a:lvl1pPr marL="0" indent="0">
              <a:buNone/>
              <a:defRPr sz="2311"/>
            </a:lvl1pPr>
            <a:lvl2pPr marL="660380" indent="0">
              <a:buNone/>
              <a:defRPr sz="2022"/>
            </a:lvl2pPr>
            <a:lvl3pPr marL="1320759" indent="0">
              <a:buNone/>
              <a:defRPr sz="1733"/>
            </a:lvl3pPr>
            <a:lvl4pPr marL="1981139" indent="0">
              <a:buNone/>
              <a:defRPr sz="1444"/>
            </a:lvl4pPr>
            <a:lvl5pPr marL="2641519" indent="0">
              <a:buNone/>
              <a:defRPr sz="1444"/>
            </a:lvl5pPr>
            <a:lvl6pPr marL="3301898" indent="0">
              <a:buNone/>
              <a:defRPr sz="1444"/>
            </a:lvl6pPr>
            <a:lvl7pPr marL="3962278" indent="0">
              <a:buNone/>
              <a:defRPr sz="1444"/>
            </a:lvl7pPr>
            <a:lvl8pPr marL="4622658" indent="0">
              <a:buNone/>
              <a:defRPr sz="1444"/>
            </a:lvl8pPr>
            <a:lvl9pPr marL="5283037" indent="0">
              <a:buNone/>
              <a:defRPr sz="1444"/>
            </a:lvl9pPr>
          </a:lstStyle>
          <a:p>
            <a:pPr lvl="0"/>
            <a:r>
              <a:rPr lang="en-US" smtClean="0"/>
              <a:t>Edit Master text styles</a:t>
            </a:r>
          </a:p>
        </p:txBody>
      </p:sp>
      <p:sp>
        <p:nvSpPr>
          <p:cNvPr id="5" name="Date Placeholder 4"/>
          <p:cNvSpPr>
            <a:spLocks noGrp="1"/>
          </p:cNvSpPr>
          <p:nvPr>
            <p:ph type="dt" sz="half" idx="10"/>
          </p:nvPr>
        </p:nvSpPr>
        <p:spPr/>
        <p:txBody>
          <a:bodyPr/>
          <a:lstStyle/>
          <a:p>
            <a:r>
              <a:rPr lang="fa-IR" smtClean="0"/>
              <a:t>September 2021</a:t>
            </a:r>
            <a:endParaRPr lang="fa-IR"/>
          </a:p>
        </p:txBody>
      </p:sp>
      <p:sp>
        <p:nvSpPr>
          <p:cNvPr id="6" name="Footer Placeholder 5"/>
          <p:cNvSpPr>
            <a:spLocks noGrp="1"/>
          </p:cNvSpPr>
          <p:nvPr>
            <p:ph type="ftr" sz="quarter" idx="11"/>
          </p:nvPr>
        </p:nvSpPr>
        <p:spPr/>
        <p:txBody>
          <a:bodyPr/>
          <a:lstStyle/>
          <a:p>
            <a:r>
              <a:rPr lang="en-US" smtClean="0"/>
              <a:t>ALIREZA HANIFI · RÉSUMÉ</a:t>
            </a:r>
            <a:endParaRPr lang="fa-IR"/>
          </a:p>
        </p:txBody>
      </p:sp>
      <p:sp>
        <p:nvSpPr>
          <p:cNvPr id="7" name="Slide Number Placeholder 6"/>
          <p:cNvSpPr>
            <a:spLocks noGrp="1"/>
          </p:cNvSpPr>
          <p:nvPr>
            <p:ph type="sldNum" sz="quarter" idx="12"/>
          </p:nvPr>
        </p:nvSpPr>
        <p:spPr/>
        <p:txBody>
          <a:bodyPr/>
          <a:lstStyle/>
          <a:p>
            <a:fld id="{B7E122CD-5D3E-422F-8AC3-26C9E2C77A82}" type="slidenum">
              <a:rPr lang="fa-IR" smtClean="0"/>
              <a:t>‹#›</a:t>
            </a:fld>
            <a:endParaRPr lang="fa-IR"/>
          </a:p>
        </p:txBody>
      </p:sp>
    </p:spTree>
    <p:extLst>
      <p:ext uri="{BB962C8B-B14F-4D97-AF65-F5344CB8AC3E}">
        <p14:creationId xmlns:p14="http://schemas.microsoft.com/office/powerpoint/2010/main" val="1785375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3" cy="2311400"/>
          </a:xfrm>
        </p:spPr>
        <p:txBody>
          <a:bodyPr anchor="b"/>
          <a:lstStyle>
            <a:lvl1pPr>
              <a:defRPr sz="4622"/>
            </a:lvl1pPr>
          </a:lstStyle>
          <a:p>
            <a:r>
              <a:rPr lang="en-US" smtClean="0"/>
              <a:t>Click to edit Master title style</a:t>
            </a:r>
            <a:endParaRPr lang="fa-IR"/>
          </a:p>
        </p:txBody>
      </p:sp>
      <p:sp>
        <p:nvSpPr>
          <p:cNvPr id="3" name="Picture Placeholder 2"/>
          <p:cNvSpPr>
            <a:spLocks noGrp="1"/>
          </p:cNvSpPr>
          <p:nvPr>
            <p:ph type="pic" idx="1"/>
          </p:nvPr>
        </p:nvSpPr>
        <p:spPr>
          <a:xfrm>
            <a:off x="2915543" y="1426281"/>
            <a:ext cx="3471863" cy="7039681"/>
          </a:xfrm>
        </p:spPr>
        <p:txBody>
          <a:bodyPr/>
          <a:lstStyle>
            <a:lvl1pPr marL="0" indent="0">
              <a:buNone/>
              <a:defRPr sz="4622"/>
            </a:lvl1pPr>
            <a:lvl2pPr marL="660380" indent="0">
              <a:buNone/>
              <a:defRPr sz="4044"/>
            </a:lvl2pPr>
            <a:lvl3pPr marL="1320759" indent="0">
              <a:buNone/>
              <a:defRPr sz="3467"/>
            </a:lvl3pPr>
            <a:lvl4pPr marL="1981139" indent="0">
              <a:buNone/>
              <a:defRPr sz="2889"/>
            </a:lvl4pPr>
            <a:lvl5pPr marL="2641519" indent="0">
              <a:buNone/>
              <a:defRPr sz="2889"/>
            </a:lvl5pPr>
            <a:lvl6pPr marL="3301898" indent="0">
              <a:buNone/>
              <a:defRPr sz="2889"/>
            </a:lvl6pPr>
            <a:lvl7pPr marL="3962278" indent="0">
              <a:buNone/>
              <a:defRPr sz="2889"/>
            </a:lvl7pPr>
            <a:lvl8pPr marL="4622658" indent="0">
              <a:buNone/>
              <a:defRPr sz="2889"/>
            </a:lvl8pPr>
            <a:lvl9pPr marL="5283037" indent="0">
              <a:buNone/>
              <a:defRPr sz="2889"/>
            </a:lvl9pPr>
          </a:lstStyle>
          <a:p>
            <a:endParaRPr lang="fa-IR"/>
          </a:p>
        </p:txBody>
      </p:sp>
      <p:sp>
        <p:nvSpPr>
          <p:cNvPr id="4" name="Text Placeholder 3"/>
          <p:cNvSpPr>
            <a:spLocks noGrp="1"/>
          </p:cNvSpPr>
          <p:nvPr>
            <p:ph type="body" sz="half" idx="2"/>
          </p:nvPr>
        </p:nvSpPr>
        <p:spPr>
          <a:xfrm>
            <a:off x="472381" y="2971800"/>
            <a:ext cx="2211883" cy="5505627"/>
          </a:xfrm>
        </p:spPr>
        <p:txBody>
          <a:bodyPr/>
          <a:lstStyle>
            <a:lvl1pPr marL="0" indent="0">
              <a:buNone/>
              <a:defRPr sz="2311"/>
            </a:lvl1pPr>
            <a:lvl2pPr marL="660380" indent="0">
              <a:buNone/>
              <a:defRPr sz="2022"/>
            </a:lvl2pPr>
            <a:lvl3pPr marL="1320759" indent="0">
              <a:buNone/>
              <a:defRPr sz="1733"/>
            </a:lvl3pPr>
            <a:lvl4pPr marL="1981139" indent="0">
              <a:buNone/>
              <a:defRPr sz="1444"/>
            </a:lvl4pPr>
            <a:lvl5pPr marL="2641519" indent="0">
              <a:buNone/>
              <a:defRPr sz="1444"/>
            </a:lvl5pPr>
            <a:lvl6pPr marL="3301898" indent="0">
              <a:buNone/>
              <a:defRPr sz="1444"/>
            </a:lvl6pPr>
            <a:lvl7pPr marL="3962278" indent="0">
              <a:buNone/>
              <a:defRPr sz="1444"/>
            </a:lvl7pPr>
            <a:lvl8pPr marL="4622658" indent="0">
              <a:buNone/>
              <a:defRPr sz="1444"/>
            </a:lvl8pPr>
            <a:lvl9pPr marL="5283037" indent="0">
              <a:buNone/>
              <a:defRPr sz="1444"/>
            </a:lvl9pPr>
          </a:lstStyle>
          <a:p>
            <a:pPr lvl="0"/>
            <a:r>
              <a:rPr lang="en-US" smtClean="0"/>
              <a:t>Edit Master text styles</a:t>
            </a:r>
          </a:p>
        </p:txBody>
      </p:sp>
      <p:sp>
        <p:nvSpPr>
          <p:cNvPr id="5" name="Date Placeholder 4"/>
          <p:cNvSpPr>
            <a:spLocks noGrp="1"/>
          </p:cNvSpPr>
          <p:nvPr>
            <p:ph type="dt" sz="half" idx="10"/>
          </p:nvPr>
        </p:nvSpPr>
        <p:spPr/>
        <p:txBody>
          <a:bodyPr/>
          <a:lstStyle/>
          <a:p>
            <a:r>
              <a:rPr lang="fa-IR" smtClean="0"/>
              <a:t>September 2021</a:t>
            </a:r>
            <a:endParaRPr lang="fa-IR"/>
          </a:p>
        </p:txBody>
      </p:sp>
      <p:sp>
        <p:nvSpPr>
          <p:cNvPr id="6" name="Footer Placeholder 5"/>
          <p:cNvSpPr>
            <a:spLocks noGrp="1"/>
          </p:cNvSpPr>
          <p:nvPr>
            <p:ph type="ftr" sz="quarter" idx="11"/>
          </p:nvPr>
        </p:nvSpPr>
        <p:spPr/>
        <p:txBody>
          <a:bodyPr/>
          <a:lstStyle/>
          <a:p>
            <a:r>
              <a:rPr lang="en-US" smtClean="0"/>
              <a:t>ALIREZA HANIFI · RÉSUMÉ</a:t>
            </a:r>
            <a:endParaRPr lang="fa-IR"/>
          </a:p>
        </p:txBody>
      </p:sp>
      <p:sp>
        <p:nvSpPr>
          <p:cNvPr id="7" name="Slide Number Placeholder 6"/>
          <p:cNvSpPr>
            <a:spLocks noGrp="1"/>
          </p:cNvSpPr>
          <p:nvPr>
            <p:ph type="sldNum" sz="quarter" idx="12"/>
          </p:nvPr>
        </p:nvSpPr>
        <p:spPr/>
        <p:txBody>
          <a:bodyPr/>
          <a:lstStyle/>
          <a:p>
            <a:fld id="{B7E122CD-5D3E-422F-8AC3-26C9E2C77A82}" type="slidenum">
              <a:rPr lang="fa-IR" smtClean="0"/>
              <a:t>‹#›</a:t>
            </a:fld>
            <a:endParaRPr lang="fa-IR"/>
          </a:p>
        </p:txBody>
      </p:sp>
    </p:spTree>
    <p:extLst>
      <p:ext uri="{BB962C8B-B14F-4D97-AF65-F5344CB8AC3E}">
        <p14:creationId xmlns:p14="http://schemas.microsoft.com/office/powerpoint/2010/main" val="2910534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r>
              <a:rPr lang="fa-IR" smtClean="0"/>
              <a:t>September 2021</a:t>
            </a:r>
            <a:endParaRPr lang="fa-IR"/>
          </a:p>
        </p:txBody>
      </p:sp>
      <p:sp>
        <p:nvSpPr>
          <p:cNvPr id="5" name="Footer Placeholder 4"/>
          <p:cNvSpPr>
            <a:spLocks noGrp="1"/>
          </p:cNvSpPr>
          <p:nvPr>
            <p:ph type="ftr" sz="quarter" idx="11"/>
          </p:nvPr>
        </p:nvSpPr>
        <p:spPr/>
        <p:txBody>
          <a:bodyPr/>
          <a:lstStyle/>
          <a:p>
            <a:r>
              <a:rPr lang="en-US" smtClean="0"/>
              <a:t>ALIREZA HANIFI · RÉSUMÉ</a:t>
            </a:r>
            <a:endParaRPr lang="fa-IR"/>
          </a:p>
        </p:txBody>
      </p:sp>
      <p:sp>
        <p:nvSpPr>
          <p:cNvPr id="6" name="Slide Number Placeholder 5"/>
          <p:cNvSpPr>
            <a:spLocks noGrp="1"/>
          </p:cNvSpPr>
          <p:nvPr>
            <p:ph type="sldNum" sz="quarter" idx="12"/>
          </p:nvPr>
        </p:nvSpPr>
        <p:spPr/>
        <p:txBody>
          <a:bodyPr/>
          <a:lstStyle/>
          <a:p>
            <a:fld id="{B7E122CD-5D3E-422F-8AC3-26C9E2C77A82}" type="slidenum">
              <a:rPr lang="fa-IR" smtClean="0"/>
              <a:t>‹#›</a:t>
            </a:fld>
            <a:endParaRPr lang="fa-IR"/>
          </a:p>
        </p:txBody>
      </p:sp>
    </p:spTree>
    <p:extLst>
      <p:ext uri="{BB962C8B-B14F-4D97-AF65-F5344CB8AC3E}">
        <p14:creationId xmlns:p14="http://schemas.microsoft.com/office/powerpoint/2010/main" val="136673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6" y="527403"/>
            <a:ext cx="1478756" cy="8394877"/>
          </a:xfrm>
        </p:spPr>
        <p:txBody>
          <a:bodyPr vert="eaVert"/>
          <a:lstStyle/>
          <a:p>
            <a:r>
              <a:rPr lang="en-US" smtClean="0"/>
              <a:t>Click to edit Master title style</a:t>
            </a:r>
            <a:endParaRPr lang="fa-IR"/>
          </a:p>
        </p:txBody>
      </p:sp>
      <p:sp>
        <p:nvSpPr>
          <p:cNvPr id="3" name="Vertical Text Placeholder 2"/>
          <p:cNvSpPr>
            <a:spLocks noGrp="1"/>
          </p:cNvSpPr>
          <p:nvPr>
            <p:ph type="body" orient="vert" idx="1"/>
          </p:nvPr>
        </p:nvSpPr>
        <p:spPr>
          <a:xfrm>
            <a:off x="471487" y="527403"/>
            <a:ext cx="4350544" cy="839487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r>
              <a:rPr lang="fa-IR" smtClean="0"/>
              <a:t>September 2021</a:t>
            </a:r>
            <a:endParaRPr lang="fa-IR"/>
          </a:p>
        </p:txBody>
      </p:sp>
      <p:sp>
        <p:nvSpPr>
          <p:cNvPr id="5" name="Footer Placeholder 4"/>
          <p:cNvSpPr>
            <a:spLocks noGrp="1"/>
          </p:cNvSpPr>
          <p:nvPr>
            <p:ph type="ftr" sz="quarter" idx="11"/>
          </p:nvPr>
        </p:nvSpPr>
        <p:spPr/>
        <p:txBody>
          <a:bodyPr/>
          <a:lstStyle/>
          <a:p>
            <a:r>
              <a:rPr lang="en-US" smtClean="0"/>
              <a:t>ALIREZA HANIFI · RÉSUMÉ</a:t>
            </a:r>
            <a:endParaRPr lang="fa-IR"/>
          </a:p>
        </p:txBody>
      </p:sp>
      <p:sp>
        <p:nvSpPr>
          <p:cNvPr id="6" name="Slide Number Placeholder 5"/>
          <p:cNvSpPr>
            <a:spLocks noGrp="1"/>
          </p:cNvSpPr>
          <p:nvPr>
            <p:ph type="sldNum" sz="quarter" idx="12"/>
          </p:nvPr>
        </p:nvSpPr>
        <p:spPr/>
        <p:txBody>
          <a:bodyPr/>
          <a:lstStyle/>
          <a:p>
            <a:fld id="{B7E122CD-5D3E-422F-8AC3-26C9E2C77A82}" type="slidenum">
              <a:rPr lang="fa-IR" smtClean="0"/>
              <a:t>‹#›</a:t>
            </a:fld>
            <a:endParaRPr lang="fa-IR"/>
          </a:p>
        </p:txBody>
      </p:sp>
    </p:spTree>
    <p:extLst>
      <p:ext uri="{BB962C8B-B14F-4D97-AF65-F5344CB8AC3E}">
        <p14:creationId xmlns:p14="http://schemas.microsoft.com/office/powerpoint/2010/main" val="2376486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4"/>
            <a:ext cx="5915025" cy="1914702"/>
          </a:xfrm>
          <a:prstGeom prst="rect">
            <a:avLst/>
          </a:prstGeom>
        </p:spPr>
        <p:txBody>
          <a:bodyPr vert="horz" lIns="91440" tIns="45720" rIns="91440" bIns="45720" rtlCol="0" anchor="ctr">
            <a:normAutofit/>
          </a:bodyPr>
          <a:lstStyle/>
          <a:p>
            <a:r>
              <a:rPr lang="en-US" smtClean="0"/>
              <a:t>Click to edit Master title style</a:t>
            </a:r>
            <a:endParaRPr lang="fa-I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2"/>
          </p:nvPr>
        </p:nvSpPr>
        <p:spPr>
          <a:xfrm>
            <a:off x="471488" y="9181395"/>
            <a:ext cx="1543050" cy="527403"/>
          </a:xfrm>
          <a:prstGeom prst="rect">
            <a:avLst/>
          </a:prstGeom>
        </p:spPr>
        <p:txBody>
          <a:bodyPr vert="horz" lIns="91440" tIns="45720" rIns="91440" bIns="45720" rtlCol="0" anchor="ctr"/>
          <a:lstStyle>
            <a:lvl1pPr algn="r">
              <a:defRPr sz="1733">
                <a:solidFill>
                  <a:schemeClr val="tx1">
                    <a:tint val="75000"/>
                  </a:schemeClr>
                </a:solidFill>
              </a:defRPr>
            </a:lvl1pPr>
          </a:lstStyle>
          <a:p>
            <a:r>
              <a:rPr lang="fa-IR" smtClean="0"/>
              <a:t>September 2021</a:t>
            </a:r>
            <a:endParaRPr lang="fa-IR"/>
          </a:p>
        </p:txBody>
      </p:sp>
      <p:sp>
        <p:nvSpPr>
          <p:cNvPr id="5" name="Footer Placeholder 4"/>
          <p:cNvSpPr>
            <a:spLocks noGrp="1"/>
          </p:cNvSpPr>
          <p:nvPr>
            <p:ph type="ftr" sz="quarter" idx="3"/>
          </p:nvPr>
        </p:nvSpPr>
        <p:spPr>
          <a:xfrm>
            <a:off x="2271713" y="9181395"/>
            <a:ext cx="2314575" cy="527403"/>
          </a:xfrm>
          <a:prstGeom prst="rect">
            <a:avLst/>
          </a:prstGeom>
        </p:spPr>
        <p:txBody>
          <a:bodyPr vert="horz" lIns="91440" tIns="45720" rIns="91440" bIns="45720" rtlCol="0" anchor="ctr"/>
          <a:lstStyle>
            <a:lvl1pPr algn="ctr">
              <a:defRPr sz="1733">
                <a:solidFill>
                  <a:schemeClr val="tx1">
                    <a:tint val="75000"/>
                  </a:schemeClr>
                </a:solidFill>
              </a:defRPr>
            </a:lvl1pPr>
          </a:lstStyle>
          <a:p>
            <a:r>
              <a:rPr lang="en-US" smtClean="0"/>
              <a:t>ALIREZA HANIFI · RÉSUMÉ</a:t>
            </a:r>
            <a:endParaRPr lang="fa-IR"/>
          </a:p>
        </p:txBody>
      </p:sp>
      <p:sp>
        <p:nvSpPr>
          <p:cNvPr id="6" name="Slide Number Placeholder 5"/>
          <p:cNvSpPr>
            <a:spLocks noGrp="1"/>
          </p:cNvSpPr>
          <p:nvPr>
            <p:ph type="sldNum" sz="quarter" idx="4"/>
          </p:nvPr>
        </p:nvSpPr>
        <p:spPr>
          <a:xfrm>
            <a:off x="4843463" y="9181395"/>
            <a:ext cx="1543050" cy="527403"/>
          </a:xfrm>
          <a:prstGeom prst="rect">
            <a:avLst/>
          </a:prstGeom>
        </p:spPr>
        <p:txBody>
          <a:bodyPr vert="horz" lIns="91440" tIns="45720" rIns="91440" bIns="45720" rtlCol="0" anchor="ctr"/>
          <a:lstStyle>
            <a:lvl1pPr algn="l">
              <a:defRPr sz="1733">
                <a:solidFill>
                  <a:schemeClr val="tx1">
                    <a:tint val="75000"/>
                  </a:schemeClr>
                </a:solidFill>
              </a:defRPr>
            </a:lvl1pPr>
          </a:lstStyle>
          <a:p>
            <a:fld id="{B7E122CD-5D3E-422F-8AC3-26C9E2C77A82}" type="slidenum">
              <a:rPr lang="fa-IR" smtClean="0"/>
              <a:t>‹#›</a:t>
            </a:fld>
            <a:endParaRPr lang="fa-IR"/>
          </a:p>
        </p:txBody>
      </p:sp>
    </p:spTree>
    <p:extLst>
      <p:ext uri="{BB962C8B-B14F-4D97-AF65-F5344CB8AC3E}">
        <p14:creationId xmlns:p14="http://schemas.microsoft.com/office/powerpoint/2010/main" val="2368015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1320759" rtl="0" eaLnBrk="1" latinLnBrk="0" hangingPunct="1">
        <a:lnSpc>
          <a:spcPct val="90000"/>
        </a:lnSpc>
        <a:spcBef>
          <a:spcPct val="0"/>
        </a:spcBef>
        <a:buNone/>
        <a:defRPr sz="6355" kern="1200">
          <a:solidFill>
            <a:schemeClr val="tx1"/>
          </a:solidFill>
          <a:latin typeface="+mj-lt"/>
          <a:ea typeface="+mj-ea"/>
          <a:cs typeface="+mj-cs"/>
        </a:defRPr>
      </a:lvl1pPr>
    </p:titleStyle>
    <p:bodyStyle>
      <a:lvl1pPr marL="330190" indent="-330190" algn="l" defTabSz="1320759" rtl="0" eaLnBrk="1" latinLnBrk="0" hangingPunct="1">
        <a:lnSpc>
          <a:spcPct val="90000"/>
        </a:lnSpc>
        <a:spcBef>
          <a:spcPts val="1444"/>
        </a:spcBef>
        <a:buFont typeface="Arial" panose="020B0604020202020204" pitchFamily="34" charset="0"/>
        <a:buChar char="•"/>
        <a:defRPr sz="4044" kern="1200">
          <a:solidFill>
            <a:schemeClr val="tx1"/>
          </a:solidFill>
          <a:latin typeface="+mn-lt"/>
          <a:ea typeface="+mn-ea"/>
          <a:cs typeface="+mn-cs"/>
        </a:defRPr>
      </a:lvl1pPr>
      <a:lvl2pPr marL="990570" indent="-330190" algn="l" defTabSz="1320759" rtl="0" eaLnBrk="1" latinLnBrk="0" hangingPunct="1">
        <a:lnSpc>
          <a:spcPct val="90000"/>
        </a:lnSpc>
        <a:spcBef>
          <a:spcPts val="722"/>
        </a:spcBef>
        <a:buFont typeface="Arial" panose="020B0604020202020204" pitchFamily="34" charset="0"/>
        <a:buChar char="•"/>
        <a:defRPr sz="3467" kern="1200">
          <a:solidFill>
            <a:schemeClr val="tx1"/>
          </a:solidFill>
          <a:latin typeface="+mn-lt"/>
          <a:ea typeface="+mn-ea"/>
          <a:cs typeface="+mn-cs"/>
        </a:defRPr>
      </a:lvl2pPr>
      <a:lvl3pPr marL="1650949" indent="-330190" algn="l" defTabSz="1320759" rtl="0" eaLnBrk="1" latinLnBrk="0" hangingPunct="1">
        <a:lnSpc>
          <a:spcPct val="90000"/>
        </a:lnSpc>
        <a:spcBef>
          <a:spcPts val="722"/>
        </a:spcBef>
        <a:buFont typeface="Arial" panose="020B0604020202020204" pitchFamily="34" charset="0"/>
        <a:buChar char="•"/>
        <a:defRPr sz="2889" kern="1200">
          <a:solidFill>
            <a:schemeClr val="tx1"/>
          </a:solidFill>
          <a:latin typeface="+mn-lt"/>
          <a:ea typeface="+mn-ea"/>
          <a:cs typeface="+mn-cs"/>
        </a:defRPr>
      </a:lvl3pPr>
      <a:lvl4pPr marL="2311329" indent="-330190" algn="l" defTabSz="1320759" rtl="0" eaLnBrk="1" latinLnBrk="0" hangingPunct="1">
        <a:lnSpc>
          <a:spcPct val="90000"/>
        </a:lnSpc>
        <a:spcBef>
          <a:spcPts val="722"/>
        </a:spcBef>
        <a:buFont typeface="Arial" panose="020B0604020202020204" pitchFamily="34" charset="0"/>
        <a:buChar char="•"/>
        <a:defRPr sz="2600" kern="1200">
          <a:solidFill>
            <a:schemeClr val="tx1"/>
          </a:solidFill>
          <a:latin typeface="+mn-lt"/>
          <a:ea typeface="+mn-ea"/>
          <a:cs typeface="+mn-cs"/>
        </a:defRPr>
      </a:lvl4pPr>
      <a:lvl5pPr marL="2971709" indent="-330190" algn="l" defTabSz="1320759" rtl="0" eaLnBrk="1" latinLnBrk="0" hangingPunct="1">
        <a:lnSpc>
          <a:spcPct val="90000"/>
        </a:lnSpc>
        <a:spcBef>
          <a:spcPts val="722"/>
        </a:spcBef>
        <a:buFont typeface="Arial" panose="020B0604020202020204" pitchFamily="34" charset="0"/>
        <a:buChar char="•"/>
        <a:defRPr sz="2600" kern="1200">
          <a:solidFill>
            <a:schemeClr val="tx1"/>
          </a:solidFill>
          <a:latin typeface="+mn-lt"/>
          <a:ea typeface="+mn-ea"/>
          <a:cs typeface="+mn-cs"/>
        </a:defRPr>
      </a:lvl5pPr>
      <a:lvl6pPr marL="3632088" indent="-330190" algn="l" defTabSz="1320759" rtl="0" eaLnBrk="1" latinLnBrk="0" hangingPunct="1">
        <a:lnSpc>
          <a:spcPct val="90000"/>
        </a:lnSpc>
        <a:spcBef>
          <a:spcPts val="722"/>
        </a:spcBef>
        <a:buFont typeface="Arial" panose="020B0604020202020204" pitchFamily="34" charset="0"/>
        <a:buChar char="•"/>
        <a:defRPr sz="2600" kern="1200">
          <a:solidFill>
            <a:schemeClr val="tx1"/>
          </a:solidFill>
          <a:latin typeface="+mn-lt"/>
          <a:ea typeface="+mn-ea"/>
          <a:cs typeface="+mn-cs"/>
        </a:defRPr>
      </a:lvl6pPr>
      <a:lvl7pPr marL="4292468" indent="-330190" algn="l" defTabSz="1320759" rtl="0" eaLnBrk="1" latinLnBrk="0" hangingPunct="1">
        <a:lnSpc>
          <a:spcPct val="90000"/>
        </a:lnSpc>
        <a:spcBef>
          <a:spcPts val="722"/>
        </a:spcBef>
        <a:buFont typeface="Arial" panose="020B0604020202020204" pitchFamily="34" charset="0"/>
        <a:buChar char="•"/>
        <a:defRPr sz="2600" kern="1200">
          <a:solidFill>
            <a:schemeClr val="tx1"/>
          </a:solidFill>
          <a:latin typeface="+mn-lt"/>
          <a:ea typeface="+mn-ea"/>
          <a:cs typeface="+mn-cs"/>
        </a:defRPr>
      </a:lvl7pPr>
      <a:lvl8pPr marL="4952848" indent="-330190" algn="l" defTabSz="1320759" rtl="0" eaLnBrk="1" latinLnBrk="0" hangingPunct="1">
        <a:lnSpc>
          <a:spcPct val="90000"/>
        </a:lnSpc>
        <a:spcBef>
          <a:spcPts val="722"/>
        </a:spcBef>
        <a:buFont typeface="Arial" panose="020B0604020202020204" pitchFamily="34" charset="0"/>
        <a:buChar char="•"/>
        <a:defRPr sz="2600" kern="1200">
          <a:solidFill>
            <a:schemeClr val="tx1"/>
          </a:solidFill>
          <a:latin typeface="+mn-lt"/>
          <a:ea typeface="+mn-ea"/>
          <a:cs typeface="+mn-cs"/>
        </a:defRPr>
      </a:lvl8pPr>
      <a:lvl9pPr marL="5613227" indent="-330190" algn="l" defTabSz="1320759" rtl="0" eaLnBrk="1" latinLnBrk="0" hangingPunct="1">
        <a:lnSpc>
          <a:spcPct val="90000"/>
        </a:lnSpc>
        <a:spcBef>
          <a:spcPts val="722"/>
        </a:spcBef>
        <a:buFont typeface="Arial" panose="020B0604020202020204" pitchFamily="34" charset="0"/>
        <a:buChar char="•"/>
        <a:defRPr sz="2600" kern="1200">
          <a:solidFill>
            <a:schemeClr val="tx1"/>
          </a:solidFill>
          <a:latin typeface="+mn-lt"/>
          <a:ea typeface="+mn-ea"/>
          <a:cs typeface="+mn-cs"/>
        </a:defRPr>
      </a:lvl9pPr>
    </p:bodyStyle>
    <p:otherStyle>
      <a:defPPr>
        <a:defRPr lang="fa-IR"/>
      </a:defPPr>
      <a:lvl1pPr marL="0" algn="l" defTabSz="1320759" rtl="0" eaLnBrk="1" latinLnBrk="0" hangingPunct="1">
        <a:defRPr sz="2600" kern="1200">
          <a:solidFill>
            <a:schemeClr val="tx1"/>
          </a:solidFill>
          <a:latin typeface="+mn-lt"/>
          <a:ea typeface="+mn-ea"/>
          <a:cs typeface="+mn-cs"/>
        </a:defRPr>
      </a:lvl1pPr>
      <a:lvl2pPr marL="660380" algn="l" defTabSz="1320759" rtl="0" eaLnBrk="1" latinLnBrk="0" hangingPunct="1">
        <a:defRPr sz="2600" kern="1200">
          <a:solidFill>
            <a:schemeClr val="tx1"/>
          </a:solidFill>
          <a:latin typeface="+mn-lt"/>
          <a:ea typeface="+mn-ea"/>
          <a:cs typeface="+mn-cs"/>
        </a:defRPr>
      </a:lvl2pPr>
      <a:lvl3pPr marL="1320759" algn="l" defTabSz="1320759" rtl="0" eaLnBrk="1" latinLnBrk="0" hangingPunct="1">
        <a:defRPr sz="2600" kern="1200">
          <a:solidFill>
            <a:schemeClr val="tx1"/>
          </a:solidFill>
          <a:latin typeface="+mn-lt"/>
          <a:ea typeface="+mn-ea"/>
          <a:cs typeface="+mn-cs"/>
        </a:defRPr>
      </a:lvl3pPr>
      <a:lvl4pPr marL="1981139" algn="l" defTabSz="1320759" rtl="0" eaLnBrk="1" latinLnBrk="0" hangingPunct="1">
        <a:defRPr sz="2600" kern="1200">
          <a:solidFill>
            <a:schemeClr val="tx1"/>
          </a:solidFill>
          <a:latin typeface="+mn-lt"/>
          <a:ea typeface="+mn-ea"/>
          <a:cs typeface="+mn-cs"/>
        </a:defRPr>
      </a:lvl4pPr>
      <a:lvl5pPr marL="2641519" algn="l" defTabSz="1320759" rtl="0" eaLnBrk="1" latinLnBrk="0" hangingPunct="1">
        <a:defRPr sz="2600" kern="1200">
          <a:solidFill>
            <a:schemeClr val="tx1"/>
          </a:solidFill>
          <a:latin typeface="+mn-lt"/>
          <a:ea typeface="+mn-ea"/>
          <a:cs typeface="+mn-cs"/>
        </a:defRPr>
      </a:lvl5pPr>
      <a:lvl6pPr marL="3301898" algn="l" defTabSz="1320759" rtl="0" eaLnBrk="1" latinLnBrk="0" hangingPunct="1">
        <a:defRPr sz="2600" kern="1200">
          <a:solidFill>
            <a:schemeClr val="tx1"/>
          </a:solidFill>
          <a:latin typeface="+mn-lt"/>
          <a:ea typeface="+mn-ea"/>
          <a:cs typeface="+mn-cs"/>
        </a:defRPr>
      </a:lvl6pPr>
      <a:lvl7pPr marL="3962278" algn="l" defTabSz="1320759" rtl="0" eaLnBrk="1" latinLnBrk="0" hangingPunct="1">
        <a:defRPr sz="2600" kern="1200">
          <a:solidFill>
            <a:schemeClr val="tx1"/>
          </a:solidFill>
          <a:latin typeface="+mn-lt"/>
          <a:ea typeface="+mn-ea"/>
          <a:cs typeface="+mn-cs"/>
        </a:defRPr>
      </a:lvl7pPr>
      <a:lvl8pPr marL="4622658" algn="l" defTabSz="1320759" rtl="0" eaLnBrk="1" latinLnBrk="0" hangingPunct="1">
        <a:defRPr sz="2600" kern="1200">
          <a:solidFill>
            <a:schemeClr val="tx1"/>
          </a:solidFill>
          <a:latin typeface="+mn-lt"/>
          <a:ea typeface="+mn-ea"/>
          <a:cs typeface="+mn-cs"/>
        </a:defRPr>
      </a:lvl8pPr>
      <a:lvl9pPr marL="5283037" algn="l" defTabSz="1320759"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jpeg"/><Relationship Id="rId13" Type="http://schemas.openxmlformats.org/officeDocument/2006/relationships/hyperlink" Target="linkedin.com/in/Alireza-Hanifi" TargetMode="External"/><Relationship Id="rId18" Type="http://schemas.openxmlformats.org/officeDocument/2006/relationships/hyperlink" Target="https://github.com/AlirezaHanifi/My-Journey-into-Deep-Learning" TargetMode="External"/><Relationship Id="rId3" Type="http://schemas.openxmlformats.org/officeDocument/2006/relationships/hyperlink" Target="https://www.datacamp.com/statement-of-accomplishment/course/d32418dac9e5834fb37822c9364ab8f8454dea90?share=true" TargetMode="External"/><Relationship Id="rId7" Type="http://schemas.openxmlformats.org/officeDocument/2006/relationships/image" Target="../media/image2.png"/><Relationship Id="rId12" Type="http://schemas.openxmlformats.org/officeDocument/2006/relationships/image" Target="../media/image5.png"/><Relationship Id="rId17" Type="http://schemas.openxmlformats.org/officeDocument/2006/relationships/hyperlink" Target="https://github.com/AlirezaHanifi/ML-projects-with-python" TargetMode="External"/><Relationship Id="rId2" Type="http://schemas.openxmlformats.org/officeDocument/2006/relationships/notesSlide" Target="../notesSlides/notesSlide1.xml"/><Relationship Id="rId16" Type="http://schemas.openxmlformats.org/officeDocument/2006/relationships/hyperlink" Target="github.com/AlirezaHanifi" TargetMode="Externa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hyperlink" Target="https://www.linkedin.com/in/Alireza-Hanifi/" TargetMode="External"/><Relationship Id="rId5" Type="http://schemas.openxmlformats.org/officeDocument/2006/relationships/hyperlink" Target="https://www.coursera.org/account/accomplishments/specialization/EN3BD5D7X97H" TargetMode="External"/><Relationship Id="rId15" Type="http://schemas.openxmlformats.org/officeDocument/2006/relationships/image" Target="../media/image6.png"/><Relationship Id="rId10" Type="http://schemas.openxmlformats.org/officeDocument/2006/relationships/image" Target="../media/image4.png"/><Relationship Id="rId4" Type="http://schemas.openxmlformats.org/officeDocument/2006/relationships/hyperlink" Target="https://maktabkhooneh.org/certificates/MK-KVBCQB/" TargetMode="External"/><Relationship Id="rId9" Type="http://schemas.openxmlformats.org/officeDocument/2006/relationships/hyperlink" Target="mailto:hanifi1375@yahoo.com" TargetMode="External"/><Relationship Id="rId14" Type="http://schemas.openxmlformats.org/officeDocument/2006/relationships/hyperlink" Target="https://github.com/AlirezaHanifi"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0" y="1165945"/>
            <a:ext cx="6858000" cy="320374"/>
          </a:xfrm>
          <a:prstGeom prst="rect">
            <a:avLst/>
          </a:prstGeom>
          <a:solidFill>
            <a:schemeClr val="accent1">
              <a:lumMod val="40000"/>
              <a:lumOff val="60000"/>
            </a:schemeClr>
          </a:solidFill>
          <a:ln>
            <a:solidFill>
              <a:schemeClr val="accent1">
                <a:lumMod val="40000"/>
                <a:lumOff val="60000"/>
              </a:schemeClr>
            </a:solidFill>
          </a:ln>
        </p:spPr>
        <p:style>
          <a:lnRef idx="1">
            <a:schemeClr val="accent1"/>
          </a:lnRef>
          <a:fillRef idx="2">
            <a:schemeClr val="accent1"/>
          </a:fillRef>
          <a:effectRef idx="1">
            <a:schemeClr val="accent1"/>
          </a:effectRef>
          <a:fontRef idx="minor">
            <a:schemeClr val="dk1"/>
          </a:fontRef>
        </p:style>
        <p:txBody>
          <a:bodyPr rtlCol="1" anchor="ctr"/>
          <a:lstStyle/>
          <a:p>
            <a:pPr algn="ctr"/>
            <a:endParaRPr lang="fa-IR"/>
          </a:p>
        </p:txBody>
      </p:sp>
      <p:graphicFrame>
        <p:nvGraphicFramePr>
          <p:cNvPr id="27" name="Table 26"/>
          <p:cNvGraphicFramePr>
            <a:graphicFrameLocks noGrp="1"/>
          </p:cNvGraphicFramePr>
          <p:nvPr>
            <p:extLst>
              <p:ext uri="{D42A27DB-BD31-4B8C-83A1-F6EECF244321}">
                <p14:modId xmlns:p14="http://schemas.microsoft.com/office/powerpoint/2010/main" val="2314496063"/>
              </p:ext>
            </p:extLst>
          </p:nvPr>
        </p:nvGraphicFramePr>
        <p:xfrm>
          <a:off x="137152" y="5686591"/>
          <a:ext cx="6583679" cy="1691640"/>
        </p:xfrm>
        <a:graphic>
          <a:graphicData uri="http://schemas.openxmlformats.org/drawingml/2006/table">
            <a:tbl>
              <a:tblPr firstRow="1" bandRow="1">
                <a:tableStyleId>{5940675A-B579-460E-94D1-54222C63F5DA}</a:tableStyleId>
              </a:tblPr>
              <a:tblGrid>
                <a:gridCol w="1849467">
                  <a:extLst>
                    <a:ext uri="{9D8B030D-6E8A-4147-A177-3AD203B41FA5}">
                      <a16:colId xmlns:a16="http://schemas.microsoft.com/office/drawing/2014/main" val="1758866349"/>
                    </a:ext>
                  </a:extLst>
                </a:gridCol>
                <a:gridCol w="755453">
                  <a:extLst>
                    <a:ext uri="{9D8B030D-6E8A-4147-A177-3AD203B41FA5}">
                      <a16:colId xmlns:a16="http://schemas.microsoft.com/office/drawing/2014/main" val="3262768634"/>
                    </a:ext>
                  </a:extLst>
                </a:gridCol>
                <a:gridCol w="1326253">
                  <a:extLst>
                    <a:ext uri="{9D8B030D-6E8A-4147-A177-3AD203B41FA5}">
                      <a16:colId xmlns:a16="http://schemas.microsoft.com/office/drawing/2014/main" val="3667680000"/>
                    </a:ext>
                  </a:extLst>
                </a:gridCol>
                <a:gridCol w="1349094">
                  <a:extLst>
                    <a:ext uri="{9D8B030D-6E8A-4147-A177-3AD203B41FA5}">
                      <a16:colId xmlns:a16="http://schemas.microsoft.com/office/drawing/2014/main" val="2106253107"/>
                    </a:ext>
                  </a:extLst>
                </a:gridCol>
                <a:gridCol w="1303412">
                  <a:extLst>
                    <a:ext uri="{9D8B030D-6E8A-4147-A177-3AD203B41FA5}">
                      <a16:colId xmlns:a16="http://schemas.microsoft.com/office/drawing/2014/main" val="2603293168"/>
                    </a:ext>
                  </a:extLst>
                </a:gridCol>
              </a:tblGrid>
              <a:tr h="192765">
                <a:tc rowSpan="2">
                  <a:txBody>
                    <a:bodyPr/>
                    <a:lstStyle/>
                    <a:p>
                      <a:pPr marL="0" marR="0" indent="0" algn="l" defTabSz="1320759" rtl="0" eaLnBrk="1" fontAlgn="auto" latinLnBrk="0" hangingPunct="1">
                        <a:lnSpc>
                          <a:spcPct val="100000"/>
                        </a:lnSpc>
                        <a:spcBef>
                          <a:spcPts val="0"/>
                        </a:spcBef>
                        <a:spcAft>
                          <a:spcPts val="0"/>
                        </a:spcAft>
                        <a:buClrTx/>
                        <a:buSzTx/>
                        <a:buFontTx/>
                        <a:buNone/>
                        <a:tabLst/>
                        <a:defRPr/>
                      </a:pPr>
                      <a:r>
                        <a:rPr lang="en-US" sz="1800" b="1" kern="1200" dirty="0" smtClean="0">
                          <a:solidFill>
                            <a:srgbClr val="00B050"/>
                          </a:solidFill>
                          <a:latin typeface="Century Gothic" panose="020B0502020202020204" pitchFamily="34" charset="0"/>
                          <a:ea typeface="+mn-ea"/>
                          <a:cs typeface="+mn-cs"/>
                        </a:rPr>
                        <a:t>Online Courses</a:t>
                      </a:r>
                      <a:r>
                        <a:rPr lang="en-US" sz="1800" dirty="0" smtClean="0">
                          <a:solidFill>
                            <a:srgbClr val="00B050"/>
                          </a:solidFill>
                        </a:rPr>
                        <a:t> </a:t>
                      </a:r>
                      <a:endParaRPr lang="fa-IR" sz="1800" b="1" dirty="0">
                        <a:solidFill>
                          <a:srgbClr val="00B050"/>
                        </a:solidFill>
                        <a:latin typeface="Century Gothic" panose="020B0502020202020204" pitchFamily="34" charset="0"/>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6319646"/>
                  </a:ext>
                </a:extLst>
              </a:tr>
              <a:tr h="192765">
                <a:tc vMerge="1">
                  <a:txBody>
                    <a:bodyPr/>
                    <a:lstStyle/>
                    <a:p>
                      <a:pPr algn="ctr" rtl="1"/>
                      <a:endParaRPr lang="fa-IR" sz="1800" dirty="0"/>
                    </a:p>
                  </a:txBody>
                  <a:tcPr anchor="ctr"/>
                </a:tc>
                <a:tc>
                  <a:txBody>
                    <a:bodyPr/>
                    <a:lstStyle/>
                    <a:p>
                      <a:pPr algn="ctr" rtl="0"/>
                      <a:endParaRPr lang="fa-IR" sz="700" dirty="0"/>
                    </a:p>
                  </a:txBody>
                  <a:tcPr marL="45720" marR="4572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74614317"/>
                  </a:ext>
                </a:extLst>
              </a:tr>
              <a:tr h="252078">
                <a:tc gridSpan="5">
                  <a:txBody>
                    <a:bodyPr/>
                    <a:lstStyle/>
                    <a:p>
                      <a:pPr marL="91440" marR="0" indent="-91440" algn="l" defTabSz="132075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smtClean="0">
                          <a:solidFill>
                            <a:schemeClr val="tx1"/>
                          </a:solidFill>
                          <a:latin typeface="Calibri Light" panose="020F0302020204030204" pitchFamily="34" charset="0"/>
                          <a:ea typeface="+mn-ea"/>
                          <a:cs typeface="+mn-cs"/>
                        </a:rPr>
                        <a:t>Probability and Statistics in Engineering by Sharifi-Zarchi </a:t>
                      </a:r>
                      <a:r>
                        <a:rPr lang="en-US" sz="800" b="0" kern="1200" dirty="0" smtClean="0">
                          <a:solidFill>
                            <a:schemeClr val="bg2">
                              <a:lumMod val="50000"/>
                            </a:schemeClr>
                          </a:solidFill>
                          <a:effectLst/>
                          <a:latin typeface="Meiryo UI" panose="020B0604030504040204" pitchFamily="34" charset="-128"/>
                          <a:ea typeface="Meiryo UI" panose="020B0604030504040204" pitchFamily="34" charset="-128"/>
                          <a:cs typeface="Meiryo UI" panose="020B0604030504040204" pitchFamily="34" charset="-128"/>
                        </a:rPr>
                        <a:t>(at maktabkhooneh.org)</a:t>
                      </a:r>
                      <a:r>
                        <a:rPr lang="en-US" sz="800" b="0" kern="120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r>
                        <a:rPr lang="fa-IR" sz="800" b="0" kern="1200" dirty="0" smtClean="0">
                          <a:solidFill>
                            <a:schemeClr val="bg2">
                              <a:lumMod val="50000"/>
                            </a:schemeClr>
                          </a:solidFill>
                          <a:effectLst/>
                          <a:latin typeface="Meiryo UI" panose="020B0604030504040204" pitchFamily="34" charset="-128"/>
                          <a:ea typeface="Meiryo UI" panose="020B0604030504040204" pitchFamily="34" charset="-128"/>
                          <a:cs typeface="Meiryo UI" panose="020B0604030504040204" pitchFamily="34" charset="-128"/>
                        </a:rPr>
                        <a:t> </a:t>
                      </a:r>
                      <a:r>
                        <a:rPr lang="en-US" sz="800" b="0" kern="1200" baseline="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r>
                        <a:rPr lang="en-US" sz="800" b="0" kern="1200" dirty="0" smtClean="0">
                          <a:solidFill>
                            <a:schemeClr val="tx1"/>
                          </a:solidFill>
                          <a:latin typeface="Candara" panose="020E0502030303020204" pitchFamily="34" charset="0"/>
                          <a:ea typeface="+mn-ea"/>
                          <a:cs typeface="+mn-cs"/>
                        </a:rPr>
                        <a:t>audited</a:t>
                      </a:r>
                      <a:r>
                        <a:rPr lang="en-US" sz="800" b="0" kern="1200" baseline="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endParaRPr lang="fa-IR" sz="800" b="0" kern="1200" dirty="0">
                        <a:solidFill>
                          <a:schemeClr val="tx1"/>
                        </a:solidFill>
                        <a:effectLst/>
                        <a:latin typeface="Meiryo UI" panose="020B0604030504040204" pitchFamily="34" charset="-128"/>
                        <a:ea typeface="Meiryo UI" panose="020B0604030504040204" pitchFamily="34" charset="-128"/>
                        <a:cs typeface="Meiryo UI" panose="020B0604030504040204" pitchFamily="34" charset="-128"/>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rtl="1"/>
                      <a:endParaRPr lang="fa-IR"/>
                    </a:p>
                  </a:txBody>
                  <a:tcPr/>
                </a:tc>
                <a:tc hMerge="1">
                  <a:txBody>
                    <a:bodyPr/>
                    <a:lstStyle/>
                    <a:p>
                      <a:pPr marL="0" algn="ctr" defTabSz="1320759" rtl="0" eaLnBrk="1" latinLnBrk="0" hangingPunct="1"/>
                      <a:endParaRPr lang="fa-IR" sz="900" b="0" kern="1200" dirty="0">
                        <a:solidFill>
                          <a:schemeClr val="tx1">
                            <a:lumMod val="85000"/>
                            <a:lumOff val="15000"/>
                          </a:schemeClr>
                        </a:solidFill>
                        <a:latin typeface="Candara" panose="020E0502030303020204" pitchFamily="34"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62508517"/>
                  </a:ext>
                </a:extLst>
              </a:tr>
              <a:tr h="252078">
                <a:tc gridSpan="5">
                  <a:txBody>
                    <a:bodyPr/>
                    <a:lstStyle/>
                    <a:p>
                      <a:pPr marL="91440" marR="0" indent="-91440" algn="l" defTabSz="132075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smtClean="0">
                          <a:solidFill>
                            <a:schemeClr val="tx1"/>
                          </a:solidFill>
                          <a:latin typeface="Calibri Light" panose="020F0302020204030204" pitchFamily="34" charset="0"/>
                          <a:ea typeface="+mn-ea"/>
                          <a:cs typeface="+mn-cs"/>
                        </a:rPr>
                        <a:t>Introduction to SQL </a:t>
                      </a:r>
                      <a:r>
                        <a:rPr lang="en-US" sz="800" b="0" kern="1200" dirty="0" smtClean="0">
                          <a:solidFill>
                            <a:schemeClr val="bg2">
                              <a:lumMod val="50000"/>
                            </a:schemeClr>
                          </a:solidFill>
                          <a:effectLst/>
                          <a:latin typeface="Meiryo UI" panose="020B0604030504040204" pitchFamily="34" charset="-128"/>
                          <a:ea typeface="Meiryo UI" panose="020B0604030504040204" pitchFamily="34" charset="-128"/>
                          <a:cs typeface="Meiryo UI" panose="020B0604030504040204" pitchFamily="34" charset="-128"/>
                        </a:rPr>
                        <a:t>(at datacamp.com)</a:t>
                      </a:r>
                      <a:r>
                        <a:rPr lang="en-US" sz="800" b="0" kern="120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r>
                        <a:rPr lang="en-US" sz="800" b="0" kern="1200" dirty="0" smtClean="0">
                          <a:solidFill>
                            <a:schemeClr val="bg2">
                              <a:lumMod val="50000"/>
                            </a:schemeClr>
                          </a:solidFill>
                          <a:effectLst/>
                          <a:latin typeface="Meiryo UI" panose="020B0604030504040204" pitchFamily="34" charset="-128"/>
                          <a:ea typeface="Meiryo UI" panose="020B0604030504040204" pitchFamily="34" charset="-128"/>
                          <a:cs typeface="Meiryo UI" panose="020B0604030504040204" pitchFamily="34" charset="-128"/>
                        </a:rPr>
                        <a:t> </a:t>
                      </a:r>
                      <a:r>
                        <a:rPr lang="en-US" sz="800" b="0" kern="120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r>
                        <a:rPr lang="en-US" sz="800" b="0" u="heavy" kern="1200" baseline="0" dirty="0" smtClean="0">
                          <a:solidFill>
                            <a:schemeClr val="tx1"/>
                          </a:solidFill>
                          <a:uFill>
                            <a:solidFill>
                              <a:srgbClr val="FF0066"/>
                            </a:solidFill>
                          </a:uFill>
                          <a:latin typeface="Candara" panose="020E0502030303020204" pitchFamily="34" charset="0"/>
                          <a:ea typeface="+mn-ea"/>
                          <a:cs typeface="+mn-cs"/>
                          <a:hlinkClick r:id="rId3"/>
                        </a:rPr>
                        <a:t>certified</a:t>
                      </a:r>
                      <a:r>
                        <a:rPr lang="en-US" sz="800" b="0" kern="120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endParaRPr lang="fa-IR" sz="800" b="0" kern="1200" dirty="0">
                        <a:solidFill>
                          <a:schemeClr val="tx1"/>
                        </a:solidFill>
                        <a:effectLst/>
                        <a:latin typeface="Meiryo UI" panose="020B0604030504040204" pitchFamily="34" charset="-128"/>
                        <a:ea typeface="Meiryo UI" panose="020B0604030504040204" pitchFamily="34" charset="-128"/>
                        <a:cs typeface="Meiryo UI" panose="020B0604030504040204" pitchFamily="34" charset="-128"/>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rtl="1"/>
                      <a:endParaRPr lang="fa-IR"/>
                    </a:p>
                  </a:txBody>
                  <a:tcPr/>
                </a:tc>
                <a:tc hMerge="1">
                  <a:txBody>
                    <a:bodyPr/>
                    <a:lstStyle/>
                    <a:p>
                      <a:pPr marL="0" marR="0" indent="0" algn="ctr" defTabSz="1320759" rtl="0" eaLnBrk="1" fontAlgn="auto" latinLnBrk="0" hangingPunct="1">
                        <a:lnSpc>
                          <a:spcPct val="100000"/>
                        </a:lnSpc>
                        <a:spcBef>
                          <a:spcPts val="0"/>
                        </a:spcBef>
                        <a:spcAft>
                          <a:spcPts val="0"/>
                        </a:spcAft>
                        <a:buClrTx/>
                        <a:buSzTx/>
                        <a:buFontTx/>
                        <a:buNone/>
                        <a:tabLst/>
                        <a:defRPr/>
                      </a:pPr>
                      <a:endParaRPr lang="fa-IR" sz="900" b="0" u="heavy" kern="1200" baseline="0" dirty="0">
                        <a:solidFill>
                          <a:schemeClr val="tx1"/>
                        </a:solidFill>
                        <a:uFill>
                          <a:solidFill>
                            <a:srgbClr val="FF0066"/>
                          </a:solidFill>
                        </a:uFill>
                        <a:latin typeface="Candara" panose="020E0502030303020204" pitchFamily="34"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1617609"/>
                  </a:ext>
                </a:extLst>
              </a:tr>
              <a:tr h="252078">
                <a:tc gridSpan="5">
                  <a:txBody>
                    <a:bodyPr/>
                    <a:lstStyle/>
                    <a:p>
                      <a:pPr marL="91440" marR="0" indent="-91440" algn="l" defTabSz="132075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smtClean="0">
                          <a:solidFill>
                            <a:schemeClr val="tx1"/>
                          </a:solidFill>
                          <a:latin typeface="Calibri Light" panose="020F0302020204030204" pitchFamily="34" charset="0"/>
                          <a:ea typeface="+mn-ea"/>
                          <a:cs typeface="+mn-cs"/>
                        </a:rPr>
                        <a:t>Machine Learning with Python by Jadi </a:t>
                      </a:r>
                      <a:r>
                        <a:rPr lang="en-US" sz="800" b="0" kern="1200" dirty="0" smtClean="0">
                          <a:solidFill>
                            <a:schemeClr val="bg2">
                              <a:lumMod val="50000"/>
                            </a:schemeClr>
                          </a:solidFill>
                          <a:effectLst/>
                          <a:latin typeface="Meiryo UI" panose="020B0604030504040204" pitchFamily="34" charset="-128"/>
                          <a:ea typeface="Meiryo UI" panose="020B0604030504040204" pitchFamily="34" charset="-128"/>
                          <a:cs typeface="Meiryo UI" panose="020B0604030504040204" pitchFamily="34" charset="-128"/>
                        </a:rPr>
                        <a:t>(at maktabkhooneh.org)</a:t>
                      </a:r>
                      <a:r>
                        <a:rPr lang="en-US" sz="800" b="0" kern="120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r>
                        <a:rPr lang="fa-IR" sz="800" b="0" kern="1200" dirty="0" smtClean="0">
                          <a:solidFill>
                            <a:schemeClr val="bg2">
                              <a:lumMod val="50000"/>
                            </a:schemeClr>
                          </a:solidFill>
                          <a:effectLst/>
                          <a:latin typeface="Meiryo UI" panose="020B0604030504040204" pitchFamily="34" charset="-128"/>
                          <a:ea typeface="Meiryo UI" panose="020B0604030504040204" pitchFamily="34" charset="-128"/>
                          <a:cs typeface="Meiryo UI" panose="020B0604030504040204" pitchFamily="34" charset="-128"/>
                        </a:rPr>
                        <a:t> </a:t>
                      </a:r>
                      <a:r>
                        <a:rPr lang="en-US" sz="800" b="0" kern="120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r>
                        <a:rPr lang="en-US" sz="800" b="0" u="heavy" kern="1200" baseline="0" dirty="0" smtClean="0">
                          <a:solidFill>
                            <a:schemeClr val="tx1"/>
                          </a:solidFill>
                          <a:uFill>
                            <a:solidFill>
                              <a:srgbClr val="FF0066"/>
                            </a:solidFill>
                          </a:uFill>
                          <a:latin typeface="Candara" panose="020E0502030303020204" pitchFamily="34" charset="0"/>
                          <a:ea typeface="+mn-ea"/>
                          <a:cs typeface="+mn-cs"/>
                          <a:hlinkClick r:id="rId4"/>
                        </a:rPr>
                        <a:t>certified</a:t>
                      </a:r>
                      <a:r>
                        <a:rPr lang="en-US" sz="800" b="0" kern="120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endParaRPr lang="fa-IR" sz="800" b="0" kern="1200" dirty="0">
                        <a:solidFill>
                          <a:schemeClr val="tx1"/>
                        </a:solidFill>
                        <a:effectLst/>
                        <a:latin typeface="Meiryo UI" panose="020B0604030504040204" pitchFamily="34" charset="-128"/>
                        <a:ea typeface="Meiryo UI" panose="020B0604030504040204" pitchFamily="34" charset="-128"/>
                        <a:cs typeface="Meiryo UI" panose="020B0604030504040204" pitchFamily="34" charset="-128"/>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rtl="1"/>
                      <a:endParaRPr lang="fa-IR"/>
                    </a:p>
                  </a:txBody>
                  <a:tcPr/>
                </a:tc>
                <a:tc hMerge="1">
                  <a:txBody>
                    <a:bodyPr/>
                    <a:lstStyle/>
                    <a:p>
                      <a:pPr marL="0" marR="0" indent="0" algn="ctr" defTabSz="1320759" rtl="0" eaLnBrk="1" fontAlgn="auto" latinLnBrk="0" hangingPunct="1">
                        <a:lnSpc>
                          <a:spcPct val="100000"/>
                        </a:lnSpc>
                        <a:spcBef>
                          <a:spcPts val="0"/>
                        </a:spcBef>
                        <a:spcAft>
                          <a:spcPts val="0"/>
                        </a:spcAft>
                        <a:buClrTx/>
                        <a:buSzTx/>
                        <a:buFontTx/>
                        <a:buNone/>
                        <a:tabLst/>
                        <a:defRPr/>
                      </a:pPr>
                      <a:endParaRPr lang="fa-IR" sz="900" b="0" kern="1200" dirty="0">
                        <a:solidFill>
                          <a:schemeClr val="tx1">
                            <a:lumMod val="85000"/>
                            <a:lumOff val="15000"/>
                          </a:schemeClr>
                        </a:solidFill>
                        <a:latin typeface="Candara" panose="020E0502030303020204" pitchFamily="34"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7823111"/>
                  </a:ext>
                </a:extLst>
              </a:tr>
              <a:tr h="252078">
                <a:tc gridSpan="5">
                  <a:txBody>
                    <a:bodyPr/>
                    <a:lstStyle/>
                    <a:p>
                      <a:pPr marL="91440" marR="0" indent="-91440" algn="l" defTabSz="132075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smtClean="0">
                          <a:solidFill>
                            <a:schemeClr val="tx1"/>
                          </a:solidFill>
                          <a:latin typeface="Calibri Light" panose="020F0302020204030204" pitchFamily="34" charset="0"/>
                          <a:ea typeface="+mn-ea"/>
                          <a:cs typeface="+mn-cs"/>
                        </a:rPr>
                        <a:t>Machine Learning by Andrew Ng </a:t>
                      </a:r>
                      <a:r>
                        <a:rPr lang="en-US" sz="800" b="0" kern="1200" dirty="0" smtClean="0">
                          <a:solidFill>
                            <a:schemeClr val="bg2">
                              <a:lumMod val="50000"/>
                            </a:schemeClr>
                          </a:solidFill>
                          <a:effectLst/>
                          <a:latin typeface="Meiryo UI" panose="020B0604030504040204" pitchFamily="34" charset="-128"/>
                          <a:ea typeface="Meiryo UI" panose="020B0604030504040204" pitchFamily="34" charset="-128"/>
                          <a:cs typeface="Meiryo UI" panose="020B0604030504040204" pitchFamily="34" charset="-128"/>
                        </a:rPr>
                        <a:t>(at coursera.org)</a:t>
                      </a:r>
                      <a:r>
                        <a:rPr lang="en-US" sz="800" b="0" kern="120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r>
                        <a:rPr lang="en-US" sz="800" b="0" kern="1200" baseline="0" dirty="0" smtClean="0">
                          <a:solidFill>
                            <a:schemeClr val="bg2">
                              <a:lumMod val="50000"/>
                            </a:schemeClr>
                          </a:solidFill>
                          <a:effectLst/>
                          <a:latin typeface="Meiryo UI" panose="020B0604030504040204" pitchFamily="34" charset="-128"/>
                          <a:ea typeface="Meiryo UI" panose="020B0604030504040204" pitchFamily="34" charset="-128"/>
                          <a:cs typeface="Meiryo UI" panose="020B0604030504040204" pitchFamily="34" charset="-128"/>
                        </a:rPr>
                        <a:t> </a:t>
                      </a:r>
                      <a:r>
                        <a:rPr lang="en-US" sz="800" b="0" kern="1200" baseline="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r>
                        <a:rPr lang="en-US" sz="800" b="0" kern="1200" dirty="0" smtClean="0">
                          <a:solidFill>
                            <a:schemeClr val="tx1"/>
                          </a:solidFill>
                          <a:latin typeface="Candara" panose="020E0502030303020204" pitchFamily="34" charset="0"/>
                          <a:ea typeface="+mn-ea"/>
                          <a:cs typeface="+mn-cs"/>
                        </a:rPr>
                        <a:t>audited</a:t>
                      </a:r>
                      <a:r>
                        <a:rPr lang="en-US" sz="800" b="0" kern="1200" baseline="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endParaRPr lang="fa-IR" sz="800" b="0" kern="1200" dirty="0">
                        <a:solidFill>
                          <a:schemeClr val="tx1"/>
                        </a:solidFill>
                        <a:effectLst/>
                        <a:latin typeface="Meiryo UI" panose="020B0604030504040204" pitchFamily="34" charset="-128"/>
                        <a:ea typeface="Meiryo UI" panose="020B0604030504040204" pitchFamily="34" charset="-128"/>
                        <a:cs typeface="Meiryo UI" panose="020B0604030504040204" pitchFamily="34" charset="-128"/>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marL="0" marR="0" indent="0" algn="ctr" defTabSz="1320759" rtl="0" eaLnBrk="1" fontAlgn="auto" latinLnBrk="0" hangingPunct="1">
                        <a:lnSpc>
                          <a:spcPct val="100000"/>
                        </a:lnSpc>
                        <a:spcBef>
                          <a:spcPts val="0"/>
                        </a:spcBef>
                        <a:spcAft>
                          <a:spcPts val="0"/>
                        </a:spcAft>
                        <a:buClrTx/>
                        <a:buSzTx/>
                        <a:buFontTx/>
                        <a:buNone/>
                        <a:tabLst/>
                        <a:defRPr/>
                      </a:pPr>
                      <a:endParaRPr lang="fa-IR" sz="900" b="0" kern="1200" dirty="0">
                        <a:solidFill>
                          <a:schemeClr val="tx1">
                            <a:lumMod val="85000"/>
                            <a:lumOff val="15000"/>
                          </a:schemeClr>
                        </a:solidFill>
                        <a:latin typeface="Candara" panose="020E0502030303020204" pitchFamily="34"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696126"/>
                  </a:ext>
                </a:extLst>
              </a:tr>
              <a:tr h="252078">
                <a:tc gridSpan="5">
                  <a:txBody>
                    <a:bodyPr/>
                    <a:lstStyle/>
                    <a:p>
                      <a:pPr marL="91440" marR="0" indent="-91440" algn="l" defTabSz="132075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kern="1200" dirty="0" smtClean="0">
                          <a:solidFill>
                            <a:schemeClr val="tx1"/>
                          </a:solidFill>
                          <a:latin typeface="Calibri Light" panose="020F0302020204030204" pitchFamily="34" charset="0"/>
                          <a:ea typeface="+mn-ea"/>
                          <a:cs typeface="+mn-cs"/>
                        </a:rPr>
                        <a:t>Deep Learning Specialization by Andrew Ng </a:t>
                      </a:r>
                      <a:r>
                        <a:rPr lang="en-US" sz="800" b="0" kern="1200" dirty="0" smtClean="0">
                          <a:solidFill>
                            <a:schemeClr val="bg2">
                              <a:lumMod val="50000"/>
                            </a:schemeClr>
                          </a:solidFill>
                          <a:effectLst/>
                          <a:latin typeface="Meiryo UI" panose="020B0604030504040204" pitchFamily="34" charset="-128"/>
                          <a:ea typeface="Meiryo UI" panose="020B0604030504040204" pitchFamily="34" charset="-128"/>
                          <a:cs typeface="Meiryo UI" panose="020B0604030504040204" pitchFamily="34" charset="-128"/>
                        </a:rPr>
                        <a:t>(at coursera.org)</a:t>
                      </a:r>
                      <a:r>
                        <a:rPr lang="en-US" sz="800" b="0" kern="120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r>
                        <a:rPr lang="en-US" sz="800" b="0" kern="1200" dirty="0" smtClean="0">
                          <a:solidFill>
                            <a:schemeClr val="bg2">
                              <a:lumMod val="50000"/>
                            </a:schemeClr>
                          </a:solidFill>
                          <a:effectLst/>
                          <a:latin typeface="Meiryo UI" panose="020B0604030504040204" pitchFamily="34" charset="-128"/>
                          <a:ea typeface="Meiryo UI" panose="020B0604030504040204" pitchFamily="34" charset="-128"/>
                          <a:cs typeface="Meiryo UI" panose="020B0604030504040204" pitchFamily="34" charset="-128"/>
                        </a:rPr>
                        <a:t> </a:t>
                      </a:r>
                      <a:r>
                        <a:rPr lang="en-US" sz="800" b="0" kern="120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r>
                        <a:rPr lang="en-US" sz="800" b="0" u="heavy" kern="1200" baseline="0" dirty="0" smtClean="0">
                          <a:solidFill>
                            <a:schemeClr val="tx1"/>
                          </a:solidFill>
                          <a:uFill>
                            <a:solidFill>
                              <a:srgbClr val="FF0066"/>
                            </a:solidFill>
                          </a:uFill>
                          <a:latin typeface="Candara" panose="020E0502030303020204" pitchFamily="34" charset="0"/>
                          <a:ea typeface="+mn-ea"/>
                          <a:cs typeface="+mn-cs"/>
                          <a:hlinkClick r:id="rId5"/>
                        </a:rPr>
                        <a:t>certified</a:t>
                      </a:r>
                      <a:r>
                        <a:rPr lang="en-US" sz="800" b="0" kern="1200" dirty="0" smtClean="0">
                          <a:solidFill>
                            <a:schemeClr val="tx1"/>
                          </a:solidFill>
                          <a:effectLst/>
                          <a:latin typeface="Meiryo UI" panose="020B0604030504040204" pitchFamily="34" charset="-128"/>
                          <a:ea typeface="Meiryo UI" panose="020B0604030504040204" pitchFamily="34" charset="-128"/>
                          <a:cs typeface="Meiryo UI" panose="020B0604030504040204" pitchFamily="34" charset="-128"/>
                        </a:rPr>
                        <a:t>]</a:t>
                      </a:r>
                      <a:endParaRPr lang="fa-IR" sz="800" b="0" dirty="0">
                        <a:solidFill>
                          <a:schemeClr val="tx1"/>
                        </a:solidFill>
                        <a:effectLst/>
                        <a:latin typeface="Meiryo UI" panose="020B0604030504040204" pitchFamily="34" charset="-128"/>
                        <a:ea typeface="Meiryo UI" panose="020B0604030504040204" pitchFamily="34" charset="-128"/>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marL="0" algn="ctr" defTabSz="1320759" rtl="0" eaLnBrk="1" latinLnBrk="0" hangingPunct="1"/>
                      <a:endParaRPr lang="fa-IR" sz="900" b="0" kern="1200" dirty="0">
                        <a:solidFill>
                          <a:schemeClr val="tx1">
                            <a:lumMod val="85000"/>
                            <a:lumOff val="15000"/>
                          </a:schemeClr>
                        </a:solidFill>
                        <a:latin typeface="Candara" panose="020E0502030303020204" pitchFamily="34"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22955752"/>
                  </a:ext>
                </a:extLst>
              </a:tr>
            </a:tbl>
          </a:graphicData>
        </a:graphic>
      </p:graphicFrame>
      <p:sp>
        <p:nvSpPr>
          <p:cNvPr id="23" name="Rectangle 22"/>
          <p:cNvSpPr/>
          <p:nvPr/>
        </p:nvSpPr>
        <p:spPr>
          <a:xfrm>
            <a:off x="0" y="-1"/>
            <a:ext cx="6858000" cy="1165243"/>
          </a:xfrm>
          <a:prstGeom prst="rect">
            <a:avLst/>
          </a:prstGeom>
          <a:solidFill>
            <a:schemeClr val="accent1">
              <a:lumMod val="20000"/>
              <a:lumOff val="80000"/>
            </a:schemeClr>
          </a:solidFill>
          <a:ln>
            <a:solidFill>
              <a:schemeClr val="accent1">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1" anchor="ctr"/>
          <a:lstStyle/>
          <a:p>
            <a:pPr algn="ctr"/>
            <a:endParaRPr lang="fa-IR"/>
          </a:p>
        </p:txBody>
      </p:sp>
      <p:grpSp>
        <p:nvGrpSpPr>
          <p:cNvPr id="19" name="Group 18"/>
          <p:cNvGrpSpPr/>
          <p:nvPr/>
        </p:nvGrpSpPr>
        <p:grpSpPr>
          <a:xfrm>
            <a:off x="137160" y="1188713"/>
            <a:ext cx="1143000" cy="282770"/>
            <a:chOff x="274320" y="640080"/>
            <a:chExt cx="1143000" cy="282770"/>
          </a:xfrm>
        </p:grpSpPr>
        <p:pic>
          <p:nvPicPr>
            <p:cNvPr id="10" name="Picture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4320" y="685800"/>
              <a:ext cx="128587" cy="182880"/>
            </a:xfrm>
            <a:prstGeom prst="rect">
              <a:avLst/>
            </a:prstGeom>
          </p:spPr>
        </p:pic>
        <p:sp>
          <p:nvSpPr>
            <p:cNvPr id="14" name="TextBox 13"/>
            <p:cNvSpPr txBox="1"/>
            <p:nvPr/>
          </p:nvSpPr>
          <p:spPr>
            <a:xfrm>
              <a:off x="320040" y="640080"/>
              <a:ext cx="1097280" cy="282770"/>
            </a:xfrm>
            <a:prstGeom prst="rect">
              <a:avLst/>
            </a:prstGeom>
            <a:noFill/>
          </p:spPr>
          <p:txBody>
            <a:bodyPr wrap="square" rtlCol="1">
              <a:spAutoFit/>
            </a:bodyPr>
            <a:lstStyle/>
            <a:p>
              <a:pPr algn="ctr" rtl="1">
                <a:lnSpc>
                  <a:spcPct val="150000"/>
                </a:lnSpc>
              </a:pPr>
              <a:r>
                <a:rPr lang="en-US" sz="900" dirty="0" smtClean="0">
                  <a:latin typeface="Calibri" panose="020F0502020204030204" pitchFamily="34" charset="0"/>
                </a:rPr>
                <a:t>(+98) 938-3385818</a:t>
              </a:r>
              <a:endParaRPr lang="fa-IR" sz="900" dirty="0">
                <a:latin typeface="Calibri" panose="020F0502020204030204" pitchFamily="34" charset="0"/>
                <a:cs typeface="B Koodak" panose="00000700000000000000" pitchFamily="2" charset="-78"/>
              </a:endParaRPr>
            </a:p>
          </p:txBody>
        </p:sp>
      </p:grpSp>
      <p:grpSp>
        <p:nvGrpSpPr>
          <p:cNvPr id="18" name="Group 17"/>
          <p:cNvGrpSpPr/>
          <p:nvPr/>
        </p:nvGrpSpPr>
        <p:grpSpPr>
          <a:xfrm>
            <a:off x="5989320" y="1188713"/>
            <a:ext cx="868680" cy="282770"/>
            <a:chOff x="5760720" y="640080"/>
            <a:chExt cx="868680" cy="282770"/>
          </a:xfrm>
        </p:grpSpPr>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60720" y="685800"/>
              <a:ext cx="134303" cy="182880"/>
            </a:xfrm>
            <a:prstGeom prst="rect">
              <a:avLst/>
            </a:prstGeom>
          </p:spPr>
        </p:pic>
        <p:sp>
          <p:nvSpPr>
            <p:cNvPr id="17" name="TextBox 16"/>
            <p:cNvSpPr txBox="1"/>
            <p:nvPr/>
          </p:nvSpPr>
          <p:spPr>
            <a:xfrm>
              <a:off x="5806440" y="640080"/>
              <a:ext cx="822960" cy="282770"/>
            </a:xfrm>
            <a:prstGeom prst="rect">
              <a:avLst/>
            </a:prstGeom>
            <a:noFill/>
          </p:spPr>
          <p:txBody>
            <a:bodyPr wrap="square" rtlCol="1">
              <a:spAutoFit/>
            </a:bodyPr>
            <a:lstStyle/>
            <a:p>
              <a:pPr algn="ctr" rtl="1">
                <a:lnSpc>
                  <a:spcPct val="150000"/>
                </a:lnSpc>
              </a:pPr>
              <a:r>
                <a:rPr lang="en-US" sz="900" dirty="0" smtClean="0">
                  <a:latin typeface="Calibri" panose="020F0502020204030204" pitchFamily="34" charset="0"/>
                </a:rPr>
                <a:t>Tehran, Iran</a:t>
              </a:r>
              <a:endParaRPr lang="fa-IR" sz="900" dirty="0">
                <a:latin typeface="Calibri" panose="020F0502020204030204" pitchFamily="34" charset="0"/>
                <a:cs typeface="B Koodak" panose="00000700000000000000" pitchFamily="2" charset="-78"/>
              </a:endParaRPr>
            </a:p>
          </p:txBody>
        </p:sp>
      </p:grpSp>
      <p:graphicFrame>
        <p:nvGraphicFramePr>
          <p:cNvPr id="25" name="Table 24"/>
          <p:cNvGraphicFramePr>
            <a:graphicFrameLocks noGrp="1"/>
          </p:cNvGraphicFramePr>
          <p:nvPr>
            <p:extLst>
              <p:ext uri="{D42A27DB-BD31-4B8C-83A1-F6EECF244321}">
                <p14:modId xmlns:p14="http://schemas.microsoft.com/office/powerpoint/2010/main" val="825259916"/>
              </p:ext>
            </p:extLst>
          </p:nvPr>
        </p:nvGraphicFramePr>
        <p:xfrm>
          <a:off x="137160" y="1485045"/>
          <a:ext cx="6583681" cy="1850136"/>
        </p:xfrm>
        <a:graphic>
          <a:graphicData uri="http://schemas.openxmlformats.org/drawingml/2006/table">
            <a:tbl>
              <a:tblPr firstRow="1" bandRow="1">
                <a:tableStyleId>{5940675A-B579-460E-94D1-54222C63F5DA}</a:tableStyleId>
              </a:tblPr>
              <a:tblGrid>
                <a:gridCol w="1203733">
                  <a:extLst>
                    <a:ext uri="{9D8B030D-6E8A-4147-A177-3AD203B41FA5}">
                      <a16:colId xmlns:a16="http://schemas.microsoft.com/office/drawing/2014/main" val="1758866349"/>
                    </a:ext>
                  </a:extLst>
                </a:gridCol>
                <a:gridCol w="90084">
                  <a:extLst>
                    <a:ext uri="{9D8B030D-6E8A-4147-A177-3AD203B41FA5}">
                      <a16:colId xmlns:a16="http://schemas.microsoft.com/office/drawing/2014/main" val="336716461"/>
                    </a:ext>
                  </a:extLst>
                </a:gridCol>
                <a:gridCol w="1075044">
                  <a:extLst>
                    <a:ext uri="{9D8B030D-6E8A-4147-A177-3AD203B41FA5}">
                      <a16:colId xmlns:a16="http://schemas.microsoft.com/office/drawing/2014/main" val="2187351133"/>
                    </a:ext>
                  </a:extLst>
                </a:gridCol>
                <a:gridCol w="328686">
                  <a:extLst>
                    <a:ext uri="{9D8B030D-6E8A-4147-A177-3AD203B41FA5}">
                      <a16:colId xmlns:a16="http://schemas.microsoft.com/office/drawing/2014/main" val="2256068230"/>
                    </a:ext>
                  </a:extLst>
                </a:gridCol>
                <a:gridCol w="885575">
                  <a:extLst>
                    <a:ext uri="{9D8B030D-6E8A-4147-A177-3AD203B41FA5}">
                      <a16:colId xmlns:a16="http://schemas.microsoft.com/office/drawing/2014/main" val="3667680000"/>
                    </a:ext>
                  </a:extLst>
                </a:gridCol>
                <a:gridCol w="1705180">
                  <a:extLst>
                    <a:ext uri="{9D8B030D-6E8A-4147-A177-3AD203B41FA5}">
                      <a16:colId xmlns:a16="http://schemas.microsoft.com/office/drawing/2014/main" val="1332336151"/>
                    </a:ext>
                  </a:extLst>
                </a:gridCol>
                <a:gridCol w="147798">
                  <a:extLst>
                    <a:ext uri="{9D8B030D-6E8A-4147-A177-3AD203B41FA5}">
                      <a16:colId xmlns:a16="http://schemas.microsoft.com/office/drawing/2014/main" val="2603293168"/>
                    </a:ext>
                  </a:extLst>
                </a:gridCol>
                <a:gridCol w="1147581">
                  <a:extLst>
                    <a:ext uri="{9D8B030D-6E8A-4147-A177-3AD203B41FA5}">
                      <a16:colId xmlns:a16="http://schemas.microsoft.com/office/drawing/2014/main" val="917995087"/>
                    </a:ext>
                  </a:extLst>
                </a:gridCol>
              </a:tblGrid>
              <a:tr h="201168">
                <a:tc rowSpan="2">
                  <a:txBody>
                    <a:bodyPr/>
                    <a:lstStyle/>
                    <a:p>
                      <a:pPr marL="0" marR="0" indent="0" algn="l" defTabSz="1320759" rtl="0" eaLnBrk="1" fontAlgn="auto" latinLnBrk="0" hangingPunct="1">
                        <a:lnSpc>
                          <a:spcPct val="100000"/>
                        </a:lnSpc>
                        <a:spcBef>
                          <a:spcPts val="0"/>
                        </a:spcBef>
                        <a:spcAft>
                          <a:spcPts val="0"/>
                        </a:spcAft>
                        <a:buClrTx/>
                        <a:buSzTx/>
                        <a:buFontTx/>
                        <a:buNone/>
                        <a:tabLst/>
                        <a:defRPr/>
                      </a:pPr>
                      <a:r>
                        <a:rPr lang="en-US" sz="1800" b="1" dirty="0" smtClean="0">
                          <a:solidFill>
                            <a:srgbClr val="00B050"/>
                          </a:solidFill>
                          <a:latin typeface="Century Gothic" panose="020B0502020202020204" pitchFamily="34" charset="0"/>
                        </a:rPr>
                        <a:t>Summary</a:t>
                      </a:r>
                      <a:endParaRPr lang="fa-IR" sz="1800" b="1" dirty="0">
                        <a:solidFill>
                          <a:srgbClr val="00B050"/>
                        </a:solidFill>
                        <a:latin typeface="Century Gothic" panose="020B0502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rtl="1"/>
                      <a:endParaRPr lang="fa-IR" sz="2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sz="700" dirty="0"/>
                    </a:p>
                  </a:txBody>
                  <a:tcPr marL="45720" marR="4572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gridSpan="2">
                  <a:txBody>
                    <a:bodyPr/>
                    <a:lstStyle/>
                    <a:p>
                      <a:pPr algn="ctr" rtl="0"/>
                      <a:endParaRPr lang="fa-IR" sz="2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gridSpan="2">
                  <a:txBody>
                    <a:bodyPr/>
                    <a:lstStyle/>
                    <a:p>
                      <a:pPr algn="ctr" rtl="0"/>
                      <a:endParaRPr lang="fa-IR" sz="2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extLst>
                  <a:ext uri="{0D108BD9-81ED-4DB2-BD59-A6C34878D82A}">
                    <a16:rowId xmlns:a16="http://schemas.microsoft.com/office/drawing/2014/main" val="3746319646"/>
                  </a:ext>
                </a:extLst>
              </a:tr>
              <a:tr h="201168">
                <a:tc vMerge="1">
                  <a:txBody>
                    <a:bodyPr/>
                    <a:lstStyle/>
                    <a:p>
                      <a:pPr algn="ctr" rtl="1"/>
                      <a:endParaRPr lang="fa-IR" sz="1800" dirty="0"/>
                    </a:p>
                  </a:txBody>
                  <a:tcPr anchor="ctr"/>
                </a:tc>
                <a:tc gridSpan="3">
                  <a:txBody>
                    <a:bodyPr/>
                    <a:lstStyle/>
                    <a:p>
                      <a:pPr rtl="1"/>
                      <a:endParaRPr lang="fa-IR" sz="2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sz="700" dirty="0"/>
                    </a:p>
                  </a:txBody>
                  <a:tcPr marL="45720" marR="4572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pPr rtl="1"/>
                      <a:endParaRPr lang="fa-IR"/>
                    </a:p>
                  </a:txBody>
                  <a:tcPr/>
                </a:tc>
                <a:tc gridSpan="2">
                  <a:txBody>
                    <a:bodyPr/>
                    <a:lstStyle/>
                    <a:p>
                      <a:pPr algn="ctr" rtl="0"/>
                      <a:endParaRPr lang="fa-IR" sz="2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gridSpan="2">
                  <a:txBody>
                    <a:bodyPr/>
                    <a:lstStyle/>
                    <a:p>
                      <a:pPr algn="ctr" rtl="0"/>
                      <a:endParaRPr lang="fa-IR" sz="2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extLst>
                  <a:ext uri="{0D108BD9-81ED-4DB2-BD59-A6C34878D82A}">
                    <a16:rowId xmlns:a16="http://schemas.microsoft.com/office/drawing/2014/main" val="2874614317"/>
                  </a:ext>
                </a:extLst>
              </a:tr>
              <a:tr h="822960">
                <a:tc gridSpan="8">
                  <a:txBody>
                    <a:bodyPr/>
                    <a:lstStyle/>
                    <a:p>
                      <a:pPr algn="just" rtl="0"/>
                      <a:r>
                        <a:rPr lang="en-US" sz="1100" dirty="0" smtClean="0">
                          <a:latin typeface="Calibri Light" panose="020F0302020204030204" pitchFamily="34" charset="0"/>
                        </a:rPr>
                        <a:t>I graduated from the Isfahan University of Technology with a degree in mechanical engineering. Working with laboratory data made me interested in data science and analysis. Financial activity and the importance of big data have increasingly prompted me to learn and analyze data. I am still engaged in personal learning and studies in this field and I am extremely eager to gain work and gain experience in the field of artificial intelligence and data science.</a:t>
                      </a:r>
                      <a:endParaRPr lang="fa-IR" sz="1100" dirty="0">
                        <a:latin typeface="Calibri Light" panose="020F03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rtl="1"/>
                      <a:endParaRPr lang="fa-IR"/>
                    </a:p>
                  </a:txBody>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rtl="1"/>
                      <a:endParaRPr lang="fa-IR"/>
                    </a:p>
                  </a:txBody>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rtl="1"/>
                      <a:endParaRPr lang="fa-IR"/>
                    </a:p>
                  </a:txBody>
                  <a:tcPr/>
                </a:tc>
                <a:extLst>
                  <a:ext uri="{0D108BD9-81ED-4DB2-BD59-A6C34878D82A}">
                    <a16:rowId xmlns:a16="http://schemas.microsoft.com/office/drawing/2014/main" val="291696126"/>
                  </a:ext>
                </a:extLst>
              </a:tr>
              <a:tr h="182880">
                <a:tc gridSpan="3">
                  <a:txBody>
                    <a:bodyPr/>
                    <a:lstStyle/>
                    <a:p>
                      <a:pPr marL="0" marR="0" indent="0" algn="l" defTabSz="1320759"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i="0" kern="1200" dirty="0" smtClean="0">
                          <a:solidFill>
                            <a:schemeClr val="tx1"/>
                          </a:solidFill>
                          <a:effectLst/>
                          <a:latin typeface="Calibri Light" panose="020F0302020204030204" pitchFamily="34" charset="0"/>
                          <a:ea typeface="+mn-ea"/>
                          <a:cs typeface="+mn-cs"/>
                        </a:rPr>
                        <a:t>Research Interests</a:t>
                      </a:r>
                      <a:r>
                        <a:rPr lang="en-US" sz="1100" dirty="0" smtClean="0">
                          <a:latin typeface="Calibri Light" panose="020F0302020204030204" pitchFamily="34" charset="0"/>
                        </a:rPr>
                        <a:t> </a:t>
                      </a:r>
                      <a:endParaRPr lang="fa-IR" sz="1100" dirty="0">
                        <a:solidFill>
                          <a:schemeClr val="tx1"/>
                        </a:solidFill>
                        <a:latin typeface="Calibri Light" panose="020F03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hMerge="1">
                  <a:txBody>
                    <a:bodyPr/>
                    <a:lstStyle/>
                    <a:p>
                      <a:pPr marL="91440" indent="-91440" algn="l" rtl="0">
                        <a:buFont typeface="Arial" panose="020B0604020202020204" pitchFamily="34" charset="0"/>
                        <a:buChar char="•"/>
                      </a:pPr>
                      <a:endParaRPr lang="fa-IR" sz="1100" dirty="0">
                        <a:solidFill>
                          <a:schemeClr val="tx1"/>
                        </a:solidFill>
                        <a:latin typeface="Calibri Light" panose="020F0302020204030204" pitchFamily="34" charset="0"/>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2">
                  <a:txBody>
                    <a:bodyPr/>
                    <a:lstStyle/>
                    <a:p>
                      <a:pPr marL="91440" indent="-91440" algn="l">
                        <a:buFont typeface="Arial" panose="020B0604020202020204" pitchFamily="34" charset="0"/>
                        <a:buChar char="•"/>
                      </a:pPr>
                      <a:endParaRPr lang="en-US" sz="1100" dirty="0">
                        <a:solidFill>
                          <a:schemeClr val="tx1"/>
                        </a:solidFill>
                        <a:effectLst/>
                        <a:latin typeface="Calibri Light" panose="020F030202020403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dirty="0"/>
                    </a:p>
                  </a:txBody>
                  <a:tcPr/>
                </a:tc>
                <a:tc gridSpan="2">
                  <a:txBody>
                    <a:bodyPr/>
                    <a:lstStyle/>
                    <a:p>
                      <a:pPr marL="91440" indent="-91440" algn="l">
                        <a:buFont typeface="Arial" panose="020B0604020202020204" pitchFamily="34" charset="0"/>
                        <a:buChar char="•"/>
                      </a:pPr>
                      <a:endParaRPr lang="en-US" sz="1100" dirty="0">
                        <a:solidFill>
                          <a:schemeClr val="tx1"/>
                        </a:solidFill>
                        <a:effectLst/>
                        <a:latin typeface="Calibri Light" panose="020F030202020403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a:txBody>
                    <a:bodyPr/>
                    <a:lstStyle/>
                    <a:p>
                      <a:pPr marL="91440" indent="-91440" algn="l">
                        <a:buFont typeface="Arial" panose="020B0604020202020204" pitchFamily="34" charset="0"/>
                        <a:buChar char="•"/>
                      </a:pPr>
                      <a:endParaRPr lang="en-US" sz="1100" dirty="0">
                        <a:solidFill>
                          <a:schemeClr val="tx1"/>
                        </a:solidFill>
                        <a:effectLst/>
                        <a:latin typeface="Calibri Light" panose="020F030202020403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1176296"/>
                  </a:ext>
                </a:extLst>
              </a:tr>
              <a:tr h="182880">
                <a:tc gridSpan="2">
                  <a:txBody>
                    <a:bodyPr/>
                    <a:lstStyle/>
                    <a:p>
                      <a:pPr marL="91440" indent="-91440" algn="l" rtl="0">
                        <a:buFont typeface="Arial" panose="020B0604020202020204" pitchFamily="34" charset="0"/>
                        <a:buChar char="•"/>
                      </a:pPr>
                      <a:r>
                        <a:rPr lang="en-US" sz="1100" b="0" i="0" kern="1200" dirty="0" smtClean="0">
                          <a:solidFill>
                            <a:schemeClr val="tx1"/>
                          </a:solidFill>
                          <a:effectLst/>
                          <a:latin typeface="Calibri Light" panose="020F0302020204030204" pitchFamily="34" charset="0"/>
                          <a:ea typeface="+mn-ea"/>
                          <a:cs typeface="+mn-cs"/>
                        </a:rPr>
                        <a:t>Machine Learning</a:t>
                      </a:r>
                      <a:endParaRPr lang="fa-IR" sz="1100" dirty="0">
                        <a:solidFill>
                          <a:schemeClr val="tx1"/>
                        </a:solidFill>
                        <a:latin typeface="Calibri Light" panose="020F0302020204030204" pitchFamily="34" charset="0"/>
                      </a:endParaRPr>
                    </a:p>
                  </a:txBody>
                  <a:tcPr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a:txBody>
                    <a:bodyPr/>
                    <a:lstStyle/>
                    <a:p>
                      <a:pPr marL="91440" indent="-91440" algn="l" rtl="0">
                        <a:buFont typeface="Arial" panose="020B0604020202020204" pitchFamily="34" charset="0"/>
                        <a:buChar char="•"/>
                      </a:pPr>
                      <a:r>
                        <a:rPr lang="en-US" sz="1100" b="0" i="0" kern="1200" dirty="0" smtClean="0">
                          <a:solidFill>
                            <a:schemeClr val="tx1"/>
                          </a:solidFill>
                          <a:effectLst/>
                          <a:latin typeface="Calibri Light" panose="020F0302020204030204" pitchFamily="34" charset="0"/>
                          <a:ea typeface="+mn-ea"/>
                          <a:cs typeface="+mn-cs"/>
                        </a:rPr>
                        <a:t>Deep Learning</a:t>
                      </a:r>
                      <a:r>
                        <a:rPr lang="en-US" sz="1100" dirty="0" smtClean="0">
                          <a:solidFill>
                            <a:schemeClr val="tx1"/>
                          </a:solidFill>
                          <a:latin typeface="Calibri Light" panose="020F0302020204030204" pitchFamily="34" charset="0"/>
                        </a:rPr>
                        <a:t> </a:t>
                      </a:r>
                      <a:endParaRPr lang="fa-IR" sz="1100" dirty="0">
                        <a:solidFill>
                          <a:schemeClr val="tx1"/>
                        </a:solidFill>
                        <a:latin typeface="Calibri Light" panose="020F030202020403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91440" indent="-91440" algn="l">
                        <a:buFont typeface="Arial" panose="020B0604020202020204" pitchFamily="34" charset="0"/>
                        <a:buChar char="•"/>
                      </a:pPr>
                      <a:r>
                        <a:rPr lang="en-US" sz="1100" b="0" i="0" dirty="0">
                          <a:solidFill>
                            <a:schemeClr val="tx1"/>
                          </a:solidFill>
                          <a:effectLst/>
                          <a:latin typeface="Calibri Light" panose="020F0302020204030204" pitchFamily="34" charset="0"/>
                        </a:rPr>
                        <a:t>Computer Vision</a:t>
                      </a:r>
                      <a:endParaRPr lang="en-US" sz="1100" dirty="0">
                        <a:solidFill>
                          <a:schemeClr val="tx1"/>
                        </a:solidFill>
                        <a:effectLst/>
                        <a:latin typeface="Calibri Light" panose="020F030202020403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91440" indent="-91440" algn="l">
                        <a:buFont typeface="Arial" panose="020B0604020202020204" pitchFamily="34" charset="0"/>
                        <a:buChar char="•"/>
                      </a:pPr>
                      <a:endParaRPr lang="en-US" sz="1200" dirty="0">
                        <a:solidFill>
                          <a:schemeClr val="tx1"/>
                        </a:solidFill>
                        <a:effectLst/>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2">
                  <a:txBody>
                    <a:bodyPr/>
                    <a:lstStyle/>
                    <a:p>
                      <a:pPr marL="91440" indent="-91440" algn="l">
                        <a:buFont typeface="Arial" panose="020B0604020202020204" pitchFamily="34" charset="0"/>
                        <a:buChar char="•"/>
                      </a:pPr>
                      <a:r>
                        <a:rPr lang="en-US" sz="1100" b="0" i="0" dirty="0">
                          <a:solidFill>
                            <a:schemeClr val="tx1"/>
                          </a:solidFill>
                          <a:effectLst/>
                          <a:latin typeface="Calibri Light" panose="020F0302020204030204" pitchFamily="34" charset="0"/>
                        </a:rPr>
                        <a:t>Natural Language Processing </a:t>
                      </a:r>
                      <a:endParaRPr lang="en-US" sz="1100" dirty="0">
                        <a:solidFill>
                          <a:schemeClr val="tx1"/>
                        </a:solidFill>
                        <a:effectLst/>
                        <a:latin typeface="Calibri Light" panose="020F030202020403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91440" indent="-91440" algn="l">
                        <a:buFont typeface="Arial" panose="020B0604020202020204" pitchFamily="34" charset="0"/>
                        <a:buChar char="•"/>
                      </a:pPr>
                      <a:endParaRPr lang="en-US" sz="1100" dirty="0">
                        <a:solidFill>
                          <a:schemeClr val="tx1"/>
                        </a:solidFill>
                        <a:effectLst/>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91440" indent="-91440" algn="l">
                        <a:buFont typeface="Arial" panose="020B0604020202020204" pitchFamily="34" charset="0"/>
                        <a:buChar char="•"/>
                      </a:pPr>
                      <a:r>
                        <a:rPr lang="en-US" sz="1100" b="0" i="0" dirty="0">
                          <a:solidFill>
                            <a:schemeClr val="tx1"/>
                          </a:solidFill>
                          <a:effectLst/>
                          <a:latin typeface="Calibri Light" panose="020F0302020204030204" pitchFamily="34" charset="0"/>
                        </a:rPr>
                        <a:t>FinTech</a:t>
                      </a:r>
                      <a:endParaRPr lang="en-US" sz="1100" dirty="0">
                        <a:solidFill>
                          <a:schemeClr val="tx1"/>
                        </a:solidFill>
                        <a:effectLst/>
                        <a:latin typeface="Calibri Light" panose="020F030202020403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6803423"/>
                  </a:ext>
                </a:extLst>
              </a:tr>
            </a:tbl>
          </a:graphicData>
        </a:graphic>
      </p:graphicFrame>
      <p:graphicFrame>
        <p:nvGraphicFramePr>
          <p:cNvPr id="26" name="Table 25"/>
          <p:cNvGraphicFramePr>
            <a:graphicFrameLocks noGrp="1"/>
          </p:cNvGraphicFramePr>
          <p:nvPr>
            <p:extLst>
              <p:ext uri="{D42A27DB-BD31-4B8C-83A1-F6EECF244321}">
                <p14:modId xmlns:p14="http://schemas.microsoft.com/office/powerpoint/2010/main" val="1186255742"/>
              </p:ext>
            </p:extLst>
          </p:nvPr>
        </p:nvGraphicFramePr>
        <p:xfrm>
          <a:off x="132745" y="3393613"/>
          <a:ext cx="6583679" cy="2209800"/>
        </p:xfrm>
        <a:graphic>
          <a:graphicData uri="http://schemas.openxmlformats.org/drawingml/2006/table">
            <a:tbl>
              <a:tblPr firstRow="1" bandRow="1">
                <a:tableStyleId>{5940675A-B579-460E-94D1-54222C63F5DA}</a:tableStyleId>
              </a:tblPr>
              <a:tblGrid>
                <a:gridCol w="1259883">
                  <a:extLst>
                    <a:ext uri="{9D8B030D-6E8A-4147-A177-3AD203B41FA5}">
                      <a16:colId xmlns:a16="http://schemas.microsoft.com/office/drawing/2014/main" val="1758866349"/>
                    </a:ext>
                  </a:extLst>
                </a:gridCol>
                <a:gridCol w="1345037">
                  <a:extLst>
                    <a:ext uri="{9D8B030D-6E8A-4147-A177-3AD203B41FA5}">
                      <a16:colId xmlns:a16="http://schemas.microsoft.com/office/drawing/2014/main" val="3262768634"/>
                    </a:ext>
                  </a:extLst>
                </a:gridCol>
                <a:gridCol w="1326253">
                  <a:extLst>
                    <a:ext uri="{9D8B030D-6E8A-4147-A177-3AD203B41FA5}">
                      <a16:colId xmlns:a16="http://schemas.microsoft.com/office/drawing/2014/main" val="3667680000"/>
                    </a:ext>
                  </a:extLst>
                </a:gridCol>
                <a:gridCol w="1513932">
                  <a:extLst>
                    <a:ext uri="{9D8B030D-6E8A-4147-A177-3AD203B41FA5}">
                      <a16:colId xmlns:a16="http://schemas.microsoft.com/office/drawing/2014/main" val="2106253107"/>
                    </a:ext>
                  </a:extLst>
                </a:gridCol>
                <a:gridCol w="1138574">
                  <a:extLst>
                    <a:ext uri="{9D8B030D-6E8A-4147-A177-3AD203B41FA5}">
                      <a16:colId xmlns:a16="http://schemas.microsoft.com/office/drawing/2014/main" val="857514281"/>
                    </a:ext>
                  </a:extLst>
                </a:gridCol>
              </a:tblGrid>
              <a:tr h="0">
                <a:tc rowSpan="2">
                  <a:txBody>
                    <a:bodyPr/>
                    <a:lstStyle/>
                    <a:p>
                      <a:pPr marL="0" marR="0" indent="0" algn="l" defTabSz="1320759" rtl="0" eaLnBrk="1" fontAlgn="auto" latinLnBrk="0" hangingPunct="1">
                        <a:lnSpc>
                          <a:spcPct val="100000"/>
                        </a:lnSpc>
                        <a:spcBef>
                          <a:spcPts val="0"/>
                        </a:spcBef>
                        <a:spcAft>
                          <a:spcPts val="0"/>
                        </a:spcAft>
                        <a:buClrTx/>
                        <a:buSzTx/>
                        <a:buFontTx/>
                        <a:buNone/>
                        <a:tabLst/>
                        <a:defRPr/>
                      </a:pPr>
                      <a:r>
                        <a:rPr lang="en-US" sz="1800" b="1" kern="1200" dirty="0" smtClean="0">
                          <a:solidFill>
                            <a:srgbClr val="00B050"/>
                          </a:solidFill>
                          <a:latin typeface="Century Gothic" panose="020B0502020202020204" pitchFamily="34" charset="0"/>
                          <a:ea typeface="+mn-ea"/>
                          <a:cs typeface="+mn-cs"/>
                        </a:rPr>
                        <a:t>Education</a:t>
                      </a:r>
                      <a:r>
                        <a:rPr lang="en-US" sz="1800" dirty="0" smtClean="0"/>
                        <a:t> </a:t>
                      </a:r>
                      <a:endParaRPr lang="fa-IR" sz="1700" b="1" dirty="0">
                        <a:solidFill>
                          <a:srgbClr val="0070C0"/>
                        </a:solidFill>
                        <a:latin typeface="Century Gothic" panose="020B0502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rtl="1"/>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6319646"/>
                  </a:ext>
                </a:extLst>
              </a:tr>
              <a:tr h="0">
                <a:tc vMerge="1">
                  <a:txBody>
                    <a:bodyPr/>
                    <a:lstStyle/>
                    <a:p>
                      <a:pPr algn="ctr" rtl="1"/>
                      <a:endParaRPr lang="fa-IR" sz="1800" dirty="0"/>
                    </a:p>
                  </a:txBody>
                  <a:tcPr anchor="ctr"/>
                </a:tc>
                <a:tc>
                  <a:txBody>
                    <a:bodyPr/>
                    <a:lstStyle/>
                    <a:p>
                      <a:pPr algn="ctr" rtl="0"/>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1"/>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74614317"/>
                  </a:ext>
                </a:extLst>
              </a:tr>
              <a:tr h="182880">
                <a:tc gridSpan="2">
                  <a:txBody>
                    <a:bodyPr/>
                    <a:lstStyle/>
                    <a:p>
                      <a:pPr marL="0" marR="0" indent="0" algn="l" defTabSz="1320759"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i="0" kern="1200" dirty="0" smtClean="0">
                          <a:solidFill>
                            <a:schemeClr val="tx1"/>
                          </a:solidFill>
                          <a:effectLst/>
                          <a:latin typeface="Calibri Light" panose="020F0302020204030204" pitchFamily="34" charset="0"/>
                          <a:ea typeface="+mn-ea"/>
                          <a:cs typeface="+mn-cs"/>
                        </a:rPr>
                        <a:t>Isfahan University of Technology </a:t>
                      </a:r>
                      <a:endParaRPr lang="fa-IR" sz="1200" b="1" i="0" kern="1200" dirty="0">
                        <a:solidFill>
                          <a:schemeClr val="tx1"/>
                        </a:solidFill>
                        <a:effectLst/>
                        <a:latin typeface="Calibri Light" panose="020F0302020204030204" pitchFamily="34"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rtl="0"/>
                      <a:endParaRPr lang="fa-IR" sz="1000" dirty="0">
                        <a:latin typeface="Calibri Light" panose="020F03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1000" dirty="0">
                        <a:latin typeface="Calibri Light" panose="020F03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3">
                  <a:txBody>
                    <a:bodyPr/>
                    <a:lstStyle/>
                    <a:p>
                      <a:pPr algn="ctr" rtl="0">
                        <a:spcBef>
                          <a:spcPts val="600"/>
                        </a:spcBef>
                        <a:spcAft>
                          <a:spcPts val="600"/>
                        </a:spcAft>
                      </a:pPr>
                      <a:r>
                        <a:rPr lang="en-US" sz="1000" b="0" i="0" kern="1200" dirty="0" smtClean="0">
                          <a:solidFill>
                            <a:srgbClr val="0070C0"/>
                          </a:solidFill>
                          <a:effectLst/>
                          <a:latin typeface="Candara" panose="020E0502030303020204" pitchFamily="34" charset="0"/>
                          <a:ea typeface="+mn-ea"/>
                          <a:cs typeface="+mn-cs"/>
                        </a:rPr>
                        <a:t>Isfahan, Iran</a:t>
                      </a:r>
                      <a:endParaRPr lang="fa-IR" sz="1000" b="0" dirty="0">
                        <a:solidFill>
                          <a:srgbClr val="0070C0"/>
                        </a:solidFill>
                        <a:latin typeface="Candara" panose="020E0502030303020204" pitchFamily="34" charset="0"/>
                      </a:endParaRPr>
                    </a:p>
                    <a:p>
                      <a:pPr algn="ctr" rtl="0"/>
                      <a:r>
                        <a:rPr lang="en-US" sz="800" b="0" i="0" kern="1200" dirty="0" smtClean="0">
                          <a:solidFill>
                            <a:schemeClr val="tx1">
                              <a:lumMod val="50000"/>
                              <a:lumOff val="50000"/>
                            </a:schemeClr>
                          </a:solidFill>
                          <a:effectLst/>
                          <a:latin typeface="Candara" panose="020E0502030303020204" pitchFamily="34" charset="0"/>
                          <a:ea typeface="+mn-ea"/>
                          <a:cs typeface="+mn-cs"/>
                        </a:rPr>
                        <a:t>September, 2015</a:t>
                      </a:r>
                    </a:p>
                    <a:p>
                      <a:pPr algn="ctr" rtl="0"/>
                      <a:r>
                        <a:rPr lang="en-US" sz="800" b="0" i="0" kern="1200" dirty="0" smtClean="0">
                          <a:solidFill>
                            <a:schemeClr val="tx1">
                              <a:lumMod val="50000"/>
                              <a:lumOff val="50000"/>
                            </a:schemeClr>
                          </a:solidFill>
                          <a:effectLst/>
                          <a:latin typeface="Candara" panose="020E0502030303020204" pitchFamily="34" charset="0"/>
                          <a:ea typeface="+mn-ea"/>
                          <a:cs typeface="+mn-cs"/>
                        </a:rPr>
                        <a:t>-</a:t>
                      </a:r>
                    </a:p>
                    <a:p>
                      <a:pPr algn="ctr" rtl="0"/>
                      <a:r>
                        <a:rPr lang="en-US" sz="800" b="0" i="0" kern="1200" dirty="0" smtClean="0">
                          <a:solidFill>
                            <a:schemeClr val="tx1">
                              <a:lumMod val="50000"/>
                              <a:lumOff val="50000"/>
                            </a:schemeClr>
                          </a:solidFill>
                          <a:effectLst/>
                          <a:latin typeface="Candara" panose="020E0502030303020204" pitchFamily="34" charset="0"/>
                          <a:ea typeface="+mn-ea"/>
                          <a:cs typeface="+mn-cs"/>
                        </a:rPr>
                        <a:t>February, 2020</a:t>
                      </a:r>
                      <a:endParaRPr lang="fa-IR" sz="800" b="0" dirty="0">
                        <a:solidFill>
                          <a:schemeClr val="tx1">
                            <a:lumMod val="50000"/>
                            <a:lumOff val="50000"/>
                          </a:schemeClr>
                        </a:solidFill>
                        <a:latin typeface="Candara" panose="020E0502030303020204" pitchFamily="34" charset="0"/>
                      </a:endParaRPr>
                    </a:p>
                  </a:txBody>
                  <a:tcPr marT="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6126"/>
                  </a:ext>
                </a:extLst>
              </a:tr>
              <a:tr h="0">
                <a:tc gridSpan="4">
                  <a:txBody>
                    <a:bodyPr/>
                    <a:lstStyle/>
                    <a:p>
                      <a:pPr algn="l" rtl="0"/>
                      <a:r>
                        <a:rPr lang="en-US" sz="800" b="0" kern="1200" dirty="0" smtClean="0">
                          <a:solidFill>
                            <a:schemeClr val="bg2">
                              <a:lumMod val="50000"/>
                            </a:schemeClr>
                          </a:solidFill>
                          <a:effectLst/>
                          <a:latin typeface="Meiryo UI" panose="020B0604030504040204" pitchFamily="34" charset="-128"/>
                          <a:ea typeface="Meiryo UI" panose="020B0604030504040204" pitchFamily="34" charset="-128"/>
                          <a:cs typeface="Meiryo UI" panose="020B0604030504040204" pitchFamily="34" charset="-128"/>
                        </a:rPr>
                        <a:t>B.SC. IN MECHANICAL ENGINEERING </a:t>
                      </a:r>
                      <a:endParaRPr lang="fa-IR" sz="800" b="0" dirty="0">
                        <a:solidFill>
                          <a:schemeClr val="bg2">
                            <a:lumMod val="50000"/>
                          </a:schemeClr>
                        </a:solidFill>
                        <a:effectLst/>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vMerge="1">
                  <a:txBody>
                    <a:bodyPr/>
                    <a:lstStyle/>
                    <a:p>
                      <a:pPr algn="ctr" rtl="0"/>
                      <a:endParaRPr lang="fa-IR" sz="950" b="0" dirty="0">
                        <a:solidFill>
                          <a:schemeClr val="tx1">
                            <a:lumMod val="50000"/>
                            <a:lumOff val="50000"/>
                          </a:schemeClr>
                        </a:solidFill>
                        <a:latin typeface="Candara" panose="020E0502030303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22955752"/>
                  </a:ext>
                </a:extLst>
              </a:tr>
              <a:tr h="457200">
                <a:tc gridSpan="4">
                  <a:txBody>
                    <a:bodyPr/>
                    <a:lstStyle/>
                    <a:p>
                      <a:pPr marL="91440" indent="-91440" algn="just" rtl="0">
                        <a:buFont typeface="Arial" panose="020B0604020202020204" pitchFamily="34" charset="0"/>
                        <a:buChar char="•"/>
                      </a:pPr>
                      <a:r>
                        <a:rPr lang="en-US" sz="1100" dirty="0" smtClean="0">
                          <a:latin typeface="Calibri Light" panose="020F0302020204030204" pitchFamily="34" charset="0"/>
                        </a:rPr>
                        <a:t>One of Iran’s 5 top universities.</a:t>
                      </a:r>
                    </a:p>
                    <a:p>
                      <a:pPr marL="91440" indent="-91440" algn="just" rtl="0">
                        <a:buFont typeface="Arial" panose="020B0604020202020204" pitchFamily="34" charset="0"/>
                        <a:buChar char="•"/>
                      </a:pPr>
                      <a:r>
                        <a:rPr lang="en-US" sz="1100" kern="1200" dirty="0" smtClean="0">
                          <a:solidFill>
                            <a:schemeClr val="tx1"/>
                          </a:solidFill>
                          <a:latin typeface="Calibri Light" panose="020F0302020204030204" pitchFamily="34" charset="0"/>
                          <a:ea typeface="+mn-ea"/>
                          <a:cs typeface="+mn-cs"/>
                        </a:rPr>
                        <a:t>Selected courses: Fundamentals of Programming (16.2/20), Calculus I (18.9/20), Calculus II (18.3/20), Differential Equations (18.5/20), Engineering Mathematics (17/20).</a:t>
                      </a:r>
                      <a:endParaRPr lang="fa-IR" sz="1100" b="0" dirty="0">
                        <a:solidFill>
                          <a:schemeClr val="bg2">
                            <a:lumMod val="50000"/>
                          </a:schemeClr>
                        </a:solidFill>
                        <a:effectLst/>
                        <a:latin typeface="Meiryo UI" panose="020B0604030504040204" pitchFamily="34" charset="-128"/>
                        <a:ea typeface="Meiryo UI" panose="020B0604030504040204" pitchFamily="34" charset="-128"/>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rtl="1"/>
                      <a:endParaRPr lang="fa-IR"/>
                    </a:p>
                  </a:txBody>
                  <a:tcPr/>
                </a:tc>
                <a:tc vMerge="1">
                  <a:txBody>
                    <a:bodyPr/>
                    <a:lstStyle/>
                    <a:p>
                      <a:pPr algn="ctr" rtl="0"/>
                      <a:endParaRPr lang="fa-IR" sz="950" b="0" dirty="0">
                        <a:solidFill>
                          <a:schemeClr val="tx1">
                            <a:lumMod val="50000"/>
                            <a:lumOff val="50000"/>
                          </a:schemeClr>
                        </a:solidFill>
                        <a:latin typeface="Candara" panose="020E0502030303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04659023"/>
                  </a:ext>
                </a:extLst>
              </a:tr>
              <a:tr h="0">
                <a:tc gridSpan="4">
                  <a:txBody>
                    <a:bodyPr/>
                    <a:lstStyle/>
                    <a:p>
                      <a:pPr marL="0" marR="0" indent="0" algn="just" defTabSz="1320759" rtl="0" eaLnBrk="1" fontAlgn="auto" latinLnBrk="0" hangingPunct="1">
                        <a:lnSpc>
                          <a:spcPct val="100000"/>
                        </a:lnSpc>
                        <a:spcBef>
                          <a:spcPts val="0"/>
                        </a:spcBef>
                        <a:spcAft>
                          <a:spcPts val="0"/>
                        </a:spcAft>
                        <a:buClrTx/>
                        <a:buSzTx/>
                        <a:buFont typeface="Arial" panose="020B0604020202020204" pitchFamily="34" charset="0"/>
                        <a:buNone/>
                        <a:tabLst/>
                        <a:defRPr/>
                      </a:pPr>
                      <a:endParaRPr lang="fa-IR" sz="200" b="0" dirty="0">
                        <a:solidFill>
                          <a:schemeClr val="bg2">
                            <a:lumMod val="50000"/>
                          </a:schemeClr>
                        </a:solidFill>
                        <a:effectLst/>
                        <a:latin typeface="Meiryo UI" panose="020B0604030504040204" pitchFamily="34" charset="-128"/>
                        <a:ea typeface="Meiryo UI" panose="020B0604030504040204" pitchFamily="34" charset="-128"/>
                      </a:endParaRPr>
                    </a:p>
                  </a:txBody>
                  <a:tcPr marL="0" marR="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rtl="1"/>
                      <a:endParaRPr lang="fa-IR"/>
                    </a:p>
                  </a:txBody>
                  <a:tcPr/>
                </a:tc>
                <a:tc>
                  <a:txBody>
                    <a:bodyPr/>
                    <a:lstStyle/>
                    <a:p>
                      <a:pPr algn="ctr" rtl="0"/>
                      <a:endParaRPr lang="fa-IR" sz="200" b="0" dirty="0">
                        <a:solidFill>
                          <a:schemeClr val="tx1">
                            <a:lumMod val="50000"/>
                            <a:lumOff val="50000"/>
                          </a:schemeClr>
                        </a:solidFill>
                        <a:latin typeface="Candara" panose="020E0502030303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5314973"/>
                  </a:ext>
                </a:extLst>
              </a:tr>
              <a:tr h="182880">
                <a:tc gridSpan="4">
                  <a:txBody>
                    <a:bodyPr/>
                    <a:lstStyle/>
                    <a:p>
                      <a:pPr marL="0" marR="0" indent="0" algn="just" defTabSz="1320759"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i="0" kern="1200" dirty="0" smtClean="0">
                          <a:solidFill>
                            <a:schemeClr val="tx1"/>
                          </a:solidFill>
                          <a:effectLst/>
                          <a:latin typeface="Calibri Light" panose="020F0302020204030204" pitchFamily="34" charset="0"/>
                          <a:ea typeface="+mn-ea"/>
                          <a:cs typeface="+mn-cs"/>
                        </a:rPr>
                        <a:t>Allameh Helli High School</a:t>
                      </a:r>
                      <a:endParaRPr lang="fa-IR" sz="1200" b="0" dirty="0">
                        <a:solidFill>
                          <a:schemeClr val="bg2">
                            <a:lumMod val="50000"/>
                          </a:schemeClr>
                        </a:solidFill>
                        <a:effectLst/>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rtl="1"/>
                      <a:endParaRPr lang="fa-IR"/>
                    </a:p>
                  </a:txBody>
                  <a:tcPr/>
                </a:tc>
                <a:tc rowSpan="3">
                  <a:txBody>
                    <a:bodyPr/>
                    <a:lstStyle/>
                    <a:p>
                      <a:pPr marL="0" marR="0" indent="0" algn="ctr" defTabSz="1320759" rtl="0" eaLnBrk="1" fontAlgn="auto" latinLnBrk="0" hangingPunct="1">
                        <a:lnSpc>
                          <a:spcPct val="100000"/>
                        </a:lnSpc>
                        <a:spcBef>
                          <a:spcPts val="600"/>
                        </a:spcBef>
                        <a:spcAft>
                          <a:spcPts val="600"/>
                        </a:spcAft>
                        <a:buClrTx/>
                        <a:buSzTx/>
                        <a:buFontTx/>
                        <a:buNone/>
                        <a:tabLst/>
                        <a:defRPr/>
                      </a:pPr>
                      <a:r>
                        <a:rPr lang="en-US" sz="900" b="0" i="0" kern="1200" dirty="0" smtClean="0">
                          <a:solidFill>
                            <a:srgbClr val="0070C0"/>
                          </a:solidFill>
                          <a:effectLst/>
                          <a:latin typeface="Candara" panose="020E0502030303020204" pitchFamily="34" charset="0"/>
                          <a:ea typeface="+mn-ea"/>
                          <a:cs typeface="+mn-cs"/>
                        </a:rPr>
                        <a:t>Tehran, Iran</a:t>
                      </a:r>
                    </a:p>
                    <a:p>
                      <a:pPr marL="0" marR="0" indent="0" algn="ctr" defTabSz="1320759" rtl="0" eaLnBrk="1" fontAlgn="auto" latinLnBrk="0" hangingPunct="1">
                        <a:lnSpc>
                          <a:spcPct val="100000"/>
                        </a:lnSpc>
                        <a:spcBef>
                          <a:spcPts val="0"/>
                        </a:spcBef>
                        <a:spcAft>
                          <a:spcPts val="0"/>
                        </a:spcAft>
                        <a:buClrTx/>
                        <a:buSzTx/>
                        <a:buFontTx/>
                        <a:buNone/>
                        <a:tabLst/>
                        <a:defRPr/>
                      </a:pPr>
                      <a:r>
                        <a:rPr lang="en-US" sz="800" b="0" i="0" kern="1200" dirty="0" smtClean="0">
                          <a:solidFill>
                            <a:schemeClr val="tx1">
                              <a:lumMod val="50000"/>
                              <a:lumOff val="50000"/>
                            </a:schemeClr>
                          </a:solidFill>
                          <a:effectLst/>
                          <a:latin typeface="Candara" panose="020E0502030303020204" pitchFamily="34" charset="0"/>
                          <a:ea typeface="+mn-ea"/>
                          <a:cs typeface="+mn-cs"/>
                        </a:rPr>
                        <a:t>October, 2011</a:t>
                      </a:r>
                    </a:p>
                    <a:p>
                      <a:pPr marL="0" marR="0" indent="0" algn="ctr" defTabSz="1320759" rtl="0" eaLnBrk="1" fontAlgn="auto" latinLnBrk="0" hangingPunct="1">
                        <a:lnSpc>
                          <a:spcPct val="100000"/>
                        </a:lnSpc>
                        <a:spcBef>
                          <a:spcPts val="0"/>
                        </a:spcBef>
                        <a:spcAft>
                          <a:spcPts val="0"/>
                        </a:spcAft>
                        <a:buClrTx/>
                        <a:buSzTx/>
                        <a:buFontTx/>
                        <a:buNone/>
                        <a:tabLst/>
                        <a:defRPr/>
                      </a:pPr>
                      <a:r>
                        <a:rPr lang="en-US" sz="800" b="0" i="0" kern="1200" dirty="0" smtClean="0">
                          <a:solidFill>
                            <a:schemeClr val="tx1">
                              <a:lumMod val="50000"/>
                              <a:lumOff val="50000"/>
                            </a:schemeClr>
                          </a:solidFill>
                          <a:effectLst/>
                          <a:latin typeface="Candara" panose="020E0502030303020204" pitchFamily="34" charset="0"/>
                          <a:ea typeface="+mn-ea"/>
                          <a:cs typeface="+mn-cs"/>
                        </a:rPr>
                        <a:t>-</a:t>
                      </a:r>
                    </a:p>
                    <a:p>
                      <a:pPr marL="0" marR="0" indent="0" algn="ctr" defTabSz="1320759" rtl="0" eaLnBrk="1" fontAlgn="auto" latinLnBrk="0" hangingPunct="1">
                        <a:lnSpc>
                          <a:spcPct val="100000"/>
                        </a:lnSpc>
                        <a:spcBef>
                          <a:spcPts val="0"/>
                        </a:spcBef>
                        <a:spcAft>
                          <a:spcPts val="0"/>
                        </a:spcAft>
                        <a:buClrTx/>
                        <a:buSzTx/>
                        <a:buFontTx/>
                        <a:buNone/>
                        <a:tabLst/>
                        <a:defRPr/>
                      </a:pPr>
                      <a:r>
                        <a:rPr lang="en-US" sz="800" b="0" i="0" kern="1200" dirty="0" smtClean="0">
                          <a:solidFill>
                            <a:schemeClr val="tx1">
                              <a:lumMod val="50000"/>
                              <a:lumOff val="50000"/>
                            </a:schemeClr>
                          </a:solidFill>
                          <a:effectLst/>
                          <a:latin typeface="Candara" panose="020E0502030303020204" pitchFamily="34" charset="0"/>
                          <a:ea typeface="+mn-ea"/>
                          <a:cs typeface="+mn-cs"/>
                        </a:rPr>
                        <a:t>September, 2015 </a:t>
                      </a:r>
                      <a:endParaRPr lang="fa-IR" sz="800" b="0" dirty="0">
                        <a:solidFill>
                          <a:schemeClr val="tx1">
                            <a:lumMod val="50000"/>
                            <a:lumOff val="50000"/>
                          </a:schemeClr>
                        </a:solidFill>
                        <a:latin typeface="Candara" panose="020E0502030303020204" pitchFamily="34" charset="0"/>
                      </a:endParaRPr>
                    </a:p>
                  </a:txBody>
                  <a:tcPr marT="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1638941"/>
                  </a:ext>
                </a:extLst>
              </a:tr>
              <a:tr h="0">
                <a:tc gridSpan="4">
                  <a:txBody>
                    <a:bodyPr/>
                    <a:lstStyle/>
                    <a:p>
                      <a:pPr marL="0" marR="0" indent="0" algn="l" defTabSz="1320759"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b="0" kern="1200" dirty="0" smtClean="0">
                          <a:solidFill>
                            <a:schemeClr val="bg2">
                              <a:lumMod val="50000"/>
                            </a:schemeClr>
                          </a:solidFill>
                          <a:effectLst/>
                          <a:latin typeface="Meiryo UI" panose="020B0604030504040204" pitchFamily="34" charset="-128"/>
                          <a:ea typeface="Meiryo UI" panose="020B0604030504040204" pitchFamily="34" charset="-128"/>
                          <a:cs typeface="Meiryo UI" panose="020B0604030504040204" pitchFamily="34" charset="-128"/>
                        </a:rPr>
                        <a:t>DIPLOMA IN MATHEMATICS AND PHYSICS DISCIPLINE</a:t>
                      </a:r>
                      <a:endParaRPr lang="fa-IR" sz="800" b="0" dirty="0">
                        <a:solidFill>
                          <a:schemeClr val="bg2">
                            <a:lumMod val="50000"/>
                          </a:schemeClr>
                        </a:solidFill>
                        <a:effectLst/>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rtl="1"/>
                      <a:endParaRPr lang="fa-IR"/>
                    </a:p>
                  </a:txBody>
                  <a:tcPr/>
                </a:tc>
                <a:tc vMerge="1">
                  <a:txBody>
                    <a:bodyPr/>
                    <a:lstStyle/>
                    <a:p>
                      <a:pPr algn="ctr" rtl="0"/>
                      <a:endParaRPr lang="fa-IR" sz="850" b="0" dirty="0">
                        <a:solidFill>
                          <a:schemeClr val="tx1">
                            <a:lumMod val="50000"/>
                            <a:lumOff val="50000"/>
                          </a:schemeClr>
                        </a:solidFill>
                        <a:latin typeface="Candara" panose="020E0502030303020204" pitchFamily="34" charset="0"/>
                      </a:endParaRPr>
                    </a:p>
                  </a:txBody>
                  <a:tcPr marT="18288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97782175"/>
                  </a:ext>
                </a:extLst>
              </a:tr>
              <a:tr h="182880">
                <a:tc gridSpan="4">
                  <a:txBody>
                    <a:bodyPr/>
                    <a:lstStyle/>
                    <a:p>
                      <a:pPr marL="91440" marR="0" indent="-91440" algn="just" defTabSz="132075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smtClean="0">
                          <a:latin typeface="Calibri Light" panose="020F0302020204030204" pitchFamily="34" charset="0"/>
                        </a:rPr>
                        <a:t>Affiliated with the National Organization for the Development of Exceptional Talents.</a:t>
                      </a:r>
                      <a:endParaRPr lang="fa-IR" sz="1100" b="0" dirty="0">
                        <a:solidFill>
                          <a:schemeClr val="bg2">
                            <a:lumMod val="50000"/>
                          </a:schemeClr>
                        </a:solidFill>
                        <a:effectLst/>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rtl="1"/>
                      <a:endParaRPr lang="fa-IR"/>
                    </a:p>
                  </a:txBody>
                  <a:tcPr/>
                </a:tc>
                <a:tc vMerge="1">
                  <a:txBody>
                    <a:bodyPr/>
                    <a:lstStyle/>
                    <a:p>
                      <a:pPr algn="ctr" rtl="0"/>
                      <a:endParaRPr lang="fa-IR" sz="850" b="0" dirty="0">
                        <a:solidFill>
                          <a:schemeClr val="tx1">
                            <a:lumMod val="50000"/>
                            <a:lumOff val="50000"/>
                          </a:schemeClr>
                        </a:solidFill>
                        <a:latin typeface="Candara" panose="020E0502030303020204" pitchFamily="34" charset="0"/>
                      </a:endParaRPr>
                    </a:p>
                  </a:txBody>
                  <a:tcPr marT="18288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9412765"/>
                  </a:ext>
                </a:extLst>
              </a:tr>
            </a:tbl>
          </a:graphicData>
        </a:graphic>
      </p:graphicFrame>
      <p:sp>
        <p:nvSpPr>
          <p:cNvPr id="3" name="Date Placeholder 2"/>
          <p:cNvSpPr>
            <a:spLocks noGrp="1"/>
          </p:cNvSpPr>
          <p:nvPr>
            <p:ph type="dt" sz="half" idx="10"/>
          </p:nvPr>
        </p:nvSpPr>
        <p:spPr>
          <a:xfrm>
            <a:off x="0" y="9646920"/>
            <a:ext cx="1280160" cy="182880"/>
          </a:xfrm>
        </p:spPr>
        <p:txBody>
          <a:bodyPr/>
          <a:lstStyle/>
          <a:p>
            <a:pPr algn="ctr"/>
            <a:r>
              <a:rPr lang="en-US" sz="1000" b="1" dirty="0">
                <a:solidFill>
                  <a:schemeClr val="accent2">
                    <a:lumMod val="60000"/>
                    <a:lumOff val="40000"/>
                  </a:schemeClr>
                </a:solidFill>
                <a:latin typeface="Century Gothic" panose="020B0502020202020204" pitchFamily="34" charset="0"/>
                <a:ea typeface="Meiryo UI" panose="020B0604030504040204" pitchFamily="34" charset="-128"/>
                <a:cs typeface="Meiryo UI" panose="020B0604030504040204" pitchFamily="34" charset="-128"/>
              </a:rPr>
              <a:t>April </a:t>
            </a:r>
            <a:r>
              <a:rPr lang="fa-IR" sz="1000" b="1" dirty="0" smtClean="0">
                <a:solidFill>
                  <a:schemeClr val="accent2">
                    <a:lumMod val="60000"/>
                    <a:lumOff val="40000"/>
                  </a:schemeClr>
                </a:solidFill>
                <a:latin typeface="Century Gothic" panose="020B0502020202020204" pitchFamily="34" charset="0"/>
                <a:ea typeface="Meiryo UI" panose="020B0604030504040204" pitchFamily="34" charset="-128"/>
                <a:cs typeface="Meiryo UI" panose="020B0604030504040204" pitchFamily="34" charset="-128"/>
              </a:rPr>
              <a:t> 2022</a:t>
            </a:r>
            <a:endParaRPr lang="fa-IR" sz="1000" b="1" dirty="0">
              <a:solidFill>
                <a:schemeClr val="accent2">
                  <a:lumMod val="60000"/>
                  <a:lumOff val="40000"/>
                </a:schemeClr>
              </a:solidFill>
              <a:latin typeface="Century Gothic" panose="020B0502020202020204" pitchFamily="34" charset="0"/>
              <a:ea typeface="Meiryo UI" panose="020B0604030504040204" pitchFamily="34" charset="-128"/>
              <a:cs typeface="Meiryo UI" panose="020B0604030504040204" pitchFamily="34" charset="-128"/>
            </a:endParaRPr>
          </a:p>
        </p:txBody>
      </p:sp>
      <p:sp>
        <p:nvSpPr>
          <p:cNvPr id="6" name="Footer Placeholder 5"/>
          <p:cNvSpPr>
            <a:spLocks noGrp="1"/>
          </p:cNvSpPr>
          <p:nvPr>
            <p:ph type="ftr" sz="quarter" idx="11"/>
          </p:nvPr>
        </p:nvSpPr>
        <p:spPr>
          <a:xfrm>
            <a:off x="2560320" y="9646920"/>
            <a:ext cx="1737360" cy="182880"/>
          </a:xfrm>
        </p:spPr>
        <p:txBody>
          <a:bodyPr/>
          <a:lstStyle/>
          <a:p>
            <a:r>
              <a:rPr lang="en-US" sz="1000" b="1" dirty="0" smtClean="0">
                <a:solidFill>
                  <a:schemeClr val="accent2">
                    <a:lumMod val="60000"/>
                    <a:lumOff val="40000"/>
                  </a:schemeClr>
                </a:solidFill>
                <a:latin typeface="Century Gothic" panose="020B0502020202020204" pitchFamily="34" charset="0"/>
                <a:ea typeface="Meiryo UI" panose="020B0604030504040204" pitchFamily="34" charset="-128"/>
                <a:cs typeface="Meiryo UI" panose="020B0604030504040204" pitchFamily="34" charset="-128"/>
              </a:rPr>
              <a:t>ALIREZA HANIFI · RÉSUMÉ</a:t>
            </a:r>
            <a:endParaRPr lang="fa-IR" sz="1000" b="1" dirty="0">
              <a:solidFill>
                <a:schemeClr val="accent2">
                  <a:lumMod val="60000"/>
                  <a:lumOff val="40000"/>
                </a:schemeClr>
              </a:solidFill>
              <a:latin typeface="Century Gothic" panose="020B0502020202020204" pitchFamily="34" charset="0"/>
              <a:ea typeface="Meiryo UI" panose="020B0604030504040204" pitchFamily="34" charset="-128"/>
            </a:endParaRPr>
          </a:p>
        </p:txBody>
      </p:sp>
      <p:sp>
        <p:nvSpPr>
          <p:cNvPr id="7" name="Slide Number Placeholder 6"/>
          <p:cNvSpPr>
            <a:spLocks noGrp="1"/>
          </p:cNvSpPr>
          <p:nvPr>
            <p:ph type="sldNum" sz="quarter" idx="12"/>
          </p:nvPr>
        </p:nvSpPr>
        <p:spPr>
          <a:xfrm>
            <a:off x="6400800" y="9646920"/>
            <a:ext cx="457200" cy="182880"/>
          </a:xfrm>
        </p:spPr>
        <p:txBody>
          <a:bodyPr/>
          <a:lstStyle/>
          <a:p>
            <a:pPr algn="ctr"/>
            <a:fld id="{B7E122CD-5D3E-422F-8AC3-26C9E2C77A82}" type="slidenum">
              <a:rPr lang="fa-IR" sz="1000" b="1">
                <a:solidFill>
                  <a:schemeClr val="accent2">
                    <a:lumMod val="60000"/>
                    <a:lumOff val="40000"/>
                  </a:schemeClr>
                </a:solidFill>
                <a:latin typeface="Century Gothic" panose="020B0502020202020204" pitchFamily="34" charset="0"/>
                <a:ea typeface="Meiryo UI" panose="020B0604030504040204" pitchFamily="34" charset="-128"/>
                <a:cs typeface="Meiryo UI" panose="020B0604030504040204" pitchFamily="34" charset="-128"/>
              </a:rPr>
              <a:pPr algn="ctr"/>
              <a:t>1</a:t>
            </a:fld>
            <a:endParaRPr lang="fa-IR" sz="1000" b="1" dirty="0">
              <a:solidFill>
                <a:schemeClr val="accent2">
                  <a:lumMod val="60000"/>
                  <a:lumOff val="40000"/>
                </a:schemeClr>
              </a:solidFill>
              <a:latin typeface="Century Gothic" panose="020B0502020202020204" pitchFamily="34" charset="0"/>
              <a:ea typeface="Meiryo UI" panose="020B0604030504040204" pitchFamily="34" charset="-128"/>
              <a:cs typeface="Meiryo UI" panose="020B0604030504040204" pitchFamily="34" charset="-128"/>
            </a:endParaRPr>
          </a:p>
        </p:txBody>
      </p:sp>
      <p:grpSp>
        <p:nvGrpSpPr>
          <p:cNvPr id="34" name="Group 33"/>
          <p:cNvGrpSpPr/>
          <p:nvPr/>
        </p:nvGrpSpPr>
        <p:grpSpPr>
          <a:xfrm>
            <a:off x="1675186" y="48558"/>
            <a:ext cx="3507628" cy="1069074"/>
            <a:chOff x="1550297" y="79572"/>
            <a:chExt cx="3507628" cy="1043670"/>
          </a:xfrm>
        </p:grpSpPr>
        <p:sp>
          <p:nvSpPr>
            <p:cNvPr id="4" name="TextBox 3"/>
            <p:cNvSpPr txBox="1"/>
            <p:nvPr/>
          </p:nvSpPr>
          <p:spPr>
            <a:xfrm>
              <a:off x="2598972" y="247464"/>
              <a:ext cx="2458953" cy="707886"/>
            </a:xfrm>
            <a:prstGeom prst="rect">
              <a:avLst/>
            </a:prstGeom>
            <a:noFill/>
          </p:spPr>
          <p:txBody>
            <a:bodyPr wrap="square" rtlCol="1">
              <a:spAutoFit/>
            </a:bodyPr>
            <a:lstStyle/>
            <a:p>
              <a:pPr algn="ctr"/>
              <a:r>
                <a:rPr lang="en-US" sz="2800" b="1" dirty="0" smtClean="0">
                  <a:latin typeface="Century Gothic" panose="020B0502020202020204" pitchFamily="34" charset="0"/>
                </a:rPr>
                <a:t>Alireza Hanifi</a:t>
              </a:r>
            </a:p>
            <a:p>
              <a:pPr algn="ctr"/>
              <a:r>
                <a:rPr lang="en-US" sz="1200" dirty="0">
                  <a:solidFill>
                    <a:srgbClr val="CAB202"/>
                  </a:solidFill>
                  <a:latin typeface="Century" panose="02040604050505020304" pitchFamily="18" charset="0"/>
                </a:rPr>
                <a:t>Data </a:t>
              </a:r>
              <a:r>
                <a:rPr lang="en-US" sz="1200" dirty="0" smtClean="0">
                  <a:solidFill>
                    <a:srgbClr val="CAB202"/>
                  </a:solidFill>
                  <a:latin typeface="Century" panose="02040604050505020304" pitchFamily="18" charset="0"/>
                </a:rPr>
                <a:t>Scientist . Data Analyst</a:t>
              </a:r>
              <a:endParaRPr lang="fa-IR" sz="1200" dirty="0">
                <a:solidFill>
                  <a:srgbClr val="CAB202"/>
                </a:solidFill>
                <a:latin typeface="Century" panose="02040604050505020304" pitchFamily="18" charset="0"/>
              </a:endParaRPr>
            </a:p>
          </p:txBody>
        </p:sp>
        <p:pic>
          <p:nvPicPr>
            <p:cNvPr id="32" name="Picture 31"/>
            <p:cNvPicPr>
              <a:picLocks noChangeAspect="1"/>
            </p:cNvPicPr>
            <p:nvPr/>
          </p:nvPicPr>
          <p:blipFill rotWithShape="1">
            <a:blip r:embed="rId8" cstate="print">
              <a:extLst>
                <a:ext uri="{28A0092B-C50C-407E-A947-70E740481C1C}">
                  <a14:useLocalDpi xmlns:a14="http://schemas.microsoft.com/office/drawing/2010/main" val="0"/>
                </a:ext>
              </a:extLst>
            </a:blip>
            <a:srcRect l="11363" t="4616" r="11304" b="13916"/>
            <a:stretch/>
          </p:blipFill>
          <p:spPr>
            <a:xfrm>
              <a:off x="1550297" y="79572"/>
              <a:ext cx="1034365" cy="1043670"/>
            </a:xfrm>
            <a:prstGeom prst="ellipse">
              <a:avLst/>
            </a:prstGeom>
            <a:ln w="3175">
              <a:prstDash val="sysDot"/>
            </a:ln>
          </p:spPr>
          <p:style>
            <a:lnRef idx="2">
              <a:schemeClr val="dk1"/>
            </a:lnRef>
            <a:fillRef idx="1">
              <a:schemeClr val="lt1"/>
            </a:fillRef>
            <a:effectRef idx="0">
              <a:schemeClr val="dk1"/>
            </a:effectRef>
            <a:fontRef idx="minor">
              <a:schemeClr val="dk1"/>
            </a:fontRef>
          </p:style>
        </p:pic>
      </p:grpSp>
      <p:grpSp>
        <p:nvGrpSpPr>
          <p:cNvPr id="8" name="Group 7"/>
          <p:cNvGrpSpPr/>
          <p:nvPr/>
        </p:nvGrpSpPr>
        <p:grpSpPr>
          <a:xfrm>
            <a:off x="1286604" y="1193367"/>
            <a:ext cx="1463040" cy="282770"/>
            <a:chOff x="1280160" y="1255079"/>
            <a:chExt cx="1463040" cy="282770"/>
          </a:xfrm>
        </p:grpSpPr>
        <p:sp>
          <p:nvSpPr>
            <p:cNvPr id="5" name="TextBox 4"/>
            <p:cNvSpPr txBox="1"/>
            <p:nvPr/>
          </p:nvSpPr>
          <p:spPr>
            <a:xfrm>
              <a:off x="1371600" y="1255079"/>
              <a:ext cx="1371600" cy="282770"/>
            </a:xfrm>
            <a:prstGeom prst="rect">
              <a:avLst/>
            </a:prstGeom>
            <a:noFill/>
          </p:spPr>
          <p:txBody>
            <a:bodyPr wrap="square" rtlCol="1">
              <a:spAutoFit/>
            </a:bodyPr>
            <a:lstStyle/>
            <a:p>
              <a:pPr algn="ctr" rtl="1">
                <a:lnSpc>
                  <a:spcPct val="150000"/>
                </a:lnSpc>
              </a:pPr>
              <a:r>
                <a:rPr lang="en-US" sz="900" u="heavy" dirty="0" smtClean="0">
                  <a:uFill>
                    <a:solidFill>
                      <a:srgbClr val="FF0066"/>
                    </a:solidFill>
                  </a:uFill>
                  <a:latin typeface="Calibri" panose="020F0502020204030204" pitchFamily="34" charset="0"/>
                  <a:hlinkClick r:id="rId9"/>
                </a:rPr>
                <a:t>hanifi1375@yahoo.com</a:t>
              </a:r>
              <a:endParaRPr lang="fa-IR" sz="900" u="heavy" dirty="0">
                <a:uFill>
                  <a:solidFill>
                    <a:srgbClr val="FF0066"/>
                  </a:solidFill>
                </a:uFill>
                <a:latin typeface="Calibri" panose="020F0502020204030204" pitchFamily="34" charset="0"/>
                <a:cs typeface="B Koodak" panose="00000700000000000000" pitchFamily="2" charset="-78"/>
              </a:endParaRPr>
            </a:p>
          </p:txBody>
        </p:sp>
        <p:pic>
          <p:nvPicPr>
            <p:cNvPr id="13" name="Picture 1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280160" y="1300799"/>
              <a:ext cx="182880" cy="182880"/>
            </a:xfrm>
            <a:prstGeom prst="rect">
              <a:avLst/>
            </a:prstGeom>
          </p:spPr>
        </p:pic>
      </p:grpSp>
      <p:grpSp>
        <p:nvGrpSpPr>
          <p:cNvPr id="39" name="Group 38"/>
          <p:cNvGrpSpPr/>
          <p:nvPr/>
        </p:nvGrpSpPr>
        <p:grpSpPr>
          <a:xfrm>
            <a:off x="2752244" y="1179118"/>
            <a:ext cx="1755648" cy="277705"/>
            <a:chOff x="2743200" y="1255079"/>
            <a:chExt cx="1755648" cy="277705"/>
          </a:xfrm>
        </p:grpSpPr>
        <p:sp>
          <p:nvSpPr>
            <p:cNvPr id="38" name="Rectangle 37">
              <a:hlinkClick r:id="rId11"/>
            </p:cNvPr>
            <p:cNvSpPr/>
            <p:nvPr/>
          </p:nvSpPr>
          <p:spPr>
            <a:xfrm>
              <a:off x="2928937" y="1346479"/>
              <a:ext cx="1507410" cy="1863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grpSp>
          <p:nvGrpSpPr>
            <p:cNvPr id="21" name="Group 20"/>
            <p:cNvGrpSpPr/>
            <p:nvPr/>
          </p:nvGrpSpPr>
          <p:grpSpPr>
            <a:xfrm>
              <a:off x="2743200" y="1255079"/>
              <a:ext cx="1755648" cy="277705"/>
              <a:chOff x="2834640" y="640080"/>
              <a:chExt cx="1755648" cy="277705"/>
            </a:xfrm>
          </p:grpSpPr>
          <p:pic>
            <p:nvPicPr>
              <p:cNvPr id="11" name="Picture 10"/>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834640" y="685800"/>
                <a:ext cx="185737" cy="182880"/>
              </a:xfrm>
              <a:prstGeom prst="rect">
                <a:avLst/>
              </a:prstGeom>
            </p:spPr>
          </p:pic>
          <p:sp>
            <p:nvSpPr>
              <p:cNvPr id="15" name="TextBox 14"/>
              <p:cNvSpPr txBox="1"/>
              <p:nvPr/>
            </p:nvSpPr>
            <p:spPr>
              <a:xfrm>
                <a:off x="2944368" y="640080"/>
                <a:ext cx="1645920" cy="277705"/>
              </a:xfrm>
              <a:prstGeom prst="rect">
                <a:avLst/>
              </a:prstGeom>
              <a:noFill/>
            </p:spPr>
            <p:txBody>
              <a:bodyPr wrap="square" rtlCol="1">
                <a:spAutoFit/>
              </a:bodyPr>
              <a:lstStyle>
                <a:defPPr>
                  <a:defRPr lang="fa-IR"/>
                </a:defPPr>
                <a:lvl1pPr algn="ctr" rtl="1">
                  <a:lnSpc>
                    <a:spcPct val="150000"/>
                  </a:lnSpc>
                  <a:defRPr sz="900">
                    <a:latin typeface="Calibri" panose="020F0502020204030204" pitchFamily="34" charset="0"/>
                  </a:defRPr>
                </a:lvl1pPr>
              </a:lstStyle>
              <a:p>
                <a:r>
                  <a:rPr lang="en-US" u="heavy" dirty="0" smtClean="0">
                    <a:uFill>
                      <a:solidFill>
                        <a:srgbClr val="FF0066"/>
                      </a:solidFill>
                    </a:uFill>
                    <a:hlinkClick r:id="rId13" action="ppaction://hlinkfile"/>
                  </a:rPr>
                  <a:t>linkedin.com/in/Alireza-Hanifi</a:t>
                </a:r>
                <a:endParaRPr lang="fa-IR" u="heavy" dirty="0">
                  <a:uFill>
                    <a:solidFill>
                      <a:srgbClr val="FF0066"/>
                    </a:solidFill>
                  </a:uFill>
                </a:endParaRPr>
              </a:p>
            </p:txBody>
          </p:sp>
        </p:grpSp>
      </p:grpSp>
      <p:grpSp>
        <p:nvGrpSpPr>
          <p:cNvPr id="41" name="Group 40"/>
          <p:cNvGrpSpPr/>
          <p:nvPr/>
        </p:nvGrpSpPr>
        <p:grpSpPr>
          <a:xfrm>
            <a:off x="4512889" y="1183889"/>
            <a:ext cx="1490472" cy="282770"/>
            <a:chOff x="4526280" y="1255079"/>
            <a:chExt cx="1490472" cy="282770"/>
          </a:xfrm>
        </p:grpSpPr>
        <p:sp>
          <p:nvSpPr>
            <p:cNvPr id="40" name="Rectangle 39">
              <a:hlinkClick r:id="rId14"/>
            </p:cNvPr>
            <p:cNvSpPr/>
            <p:nvPr/>
          </p:nvSpPr>
          <p:spPr>
            <a:xfrm>
              <a:off x="4747846" y="1346479"/>
              <a:ext cx="1185706" cy="13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noFill/>
              </a:endParaRPr>
            </a:p>
          </p:txBody>
        </p:sp>
        <p:grpSp>
          <p:nvGrpSpPr>
            <p:cNvPr id="22" name="Group 21"/>
            <p:cNvGrpSpPr/>
            <p:nvPr/>
          </p:nvGrpSpPr>
          <p:grpSpPr>
            <a:xfrm>
              <a:off x="4526280" y="1255079"/>
              <a:ext cx="1490472" cy="282770"/>
              <a:chOff x="4480560" y="640080"/>
              <a:chExt cx="1490472" cy="282770"/>
            </a:xfrm>
          </p:grpSpPr>
          <p:pic>
            <p:nvPicPr>
              <p:cNvPr id="9" name="Picture 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480560" y="685800"/>
                <a:ext cx="182880" cy="182880"/>
              </a:xfrm>
              <a:prstGeom prst="rect">
                <a:avLst/>
              </a:prstGeom>
            </p:spPr>
          </p:pic>
          <p:sp>
            <p:nvSpPr>
              <p:cNvPr id="16" name="TextBox 15"/>
              <p:cNvSpPr txBox="1"/>
              <p:nvPr/>
            </p:nvSpPr>
            <p:spPr>
              <a:xfrm>
                <a:off x="4599432" y="640080"/>
                <a:ext cx="1371600" cy="282770"/>
              </a:xfrm>
              <a:prstGeom prst="rect">
                <a:avLst/>
              </a:prstGeom>
              <a:noFill/>
            </p:spPr>
            <p:txBody>
              <a:bodyPr wrap="square" rtlCol="1">
                <a:spAutoFit/>
              </a:bodyPr>
              <a:lstStyle/>
              <a:p>
                <a:pPr algn="ctr" rtl="1">
                  <a:lnSpc>
                    <a:spcPct val="150000"/>
                  </a:lnSpc>
                </a:pPr>
                <a:r>
                  <a:rPr lang="en-US" sz="900" u="heavy" dirty="0" smtClean="0">
                    <a:uFill>
                      <a:solidFill>
                        <a:srgbClr val="FF0066"/>
                      </a:solidFill>
                    </a:uFill>
                    <a:latin typeface="Calibri" panose="020F0502020204030204" pitchFamily="34" charset="0"/>
                    <a:hlinkClick r:id="rId16" action="ppaction://hlinkfile"/>
                  </a:rPr>
                  <a:t>github.com/AlirezaHanifi</a:t>
                </a:r>
                <a:endParaRPr lang="fa-IR" sz="900" u="heavy" dirty="0">
                  <a:uFill>
                    <a:solidFill>
                      <a:srgbClr val="FF0066"/>
                    </a:solidFill>
                  </a:uFill>
                  <a:latin typeface="Calibri" panose="020F0502020204030204" pitchFamily="34" charset="0"/>
                  <a:cs typeface="B Koodak" panose="00000700000000000000" pitchFamily="2" charset="-78"/>
                </a:endParaRPr>
              </a:p>
            </p:txBody>
          </p:sp>
        </p:grpSp>
      </p:grpSp>
      <p:graphicFrame>
        <p:nvGraphicFramePr>
          <p:cNvPr id="36" name="Table 35"/>
          <p:cNvGraphicFramePr>
            <a:graphicFrameLocks noGrp="1"/>
          </p:cNvGraphicFramePr>
          <p:nvPr>
            <p:extLst>
              <p:ext uri="{D42A27DB-BD31-4B8C-83A1-F6EECF244321}">
                <p14:modId xmlns:p14="http://schemas.microsoft.com/office/powerpoint/2010/main" val="1717100572"/>
              </p:ext>
            </p:extLst>
          </p:nvPr>
        </p:nvGraphicFramePr>
        <p:xfrm>
          <a:off x="137152" y="7461409"/>
          <a:ext cx="6583679" cy="1783080"/>
        </p:xfrm>
        <a:graphic>
          <a:graphicData uri="http://schemas.openxmlformats.org/drawingml/2006/table">
            <a:tbl>
              <a:tblPr firstRow="1" bandRow="1">
                <a:tableStyleId>{5940675A-B579-460E-94D1-54222C63F5DA}</a:tableStyleId>
              </a:tblPr>
              <a:tblGrid>
                <a:gridCol w="1052160">
                  <a:extLst>
                    <a:ext uri="{9D8B030D-6E8A-4147-A177-3AD203B41FA5}">
                      <a16:colId xmlns:a16="http://schemas.microsoft.com/office/drawing/2014/main" val="1758866349"/>
                    </a:ext>
                  </a:extLst>
                </a:gridCol>
                <a:gridCol w="1480138">
                  <a:extLst>
                    <a:ext uri="{9D8B030D-6E8A-4147-A177-3AD203B41FA5}">
                      <a16:colId xmlns:a16="http://schemas.microsoft.com/office/drawing/2014/main" val="3262768634"/>
                    </a:ext>
                  </a:extLst>
                </a:gridCol>
                <a:gridCol w="1398875">
                  <a:extLst>
                    <a:ext uri="{9D8B030D-6E8A-4147-A177-3AD203B41FA5}">
                      <a16:colId xmlns:a16="http://schemas.microsoft.com/office/drawing/2014/main" val="3667680000"/>
                    </a:ext>
                  </a:extLst>
                </a:gridCol>
                <a:gridCol w="1766729">
                  <a:extLst>
                    <a:ext uri="{9D8B030D-6E8A-4147-A177-3AD203B41FA5}">
                      <a16:colId xmlns:a16="http://schemas.microsoft.com/office/drawing/2014/main" val="2106253107"/>
                    </a:ext>
                  </a:extLst>
                </a:gridCol>
                <a:gridCol w="885777">
                  <a:extLst>
                    <a:ext uri="{9D8B030D-6E8A-4147-A177-3AD203B41FA5}">
                      <a16:colId xmlns:a16="http://schemas.microsoft.com/office/drawing/2014/main" val="857514281"/>
                    </a:ext>
                  </a:extLst>
                </a:gridCol>
              </a:tblGrid>
              <a:tr h="0">
                <a:tc rowSpan="2">
                  <a:txBody>
                    <a:bodyPr/>
                    <a:lstStyle/>
                    <a:p>
                      <a:pPr marL="0" marR="0" indent="0" algn="l" defTabSz="1320759" rtl="0" eaLnBrk="1" fontAlgn="auto" latinLnBrk="0" hangingPunct="1">
                        <a:lnSpc>
                          <a:spcPct val="100000"/>
                        </a:lnSpc>
                        <a:spcBef>
                          <a:spcPts val="0"/>
                        </a:spcBef>
                        <a:spcAft>
                          <a:spcPts val="0"/>
                        </a:spcAft>
                        <a:buClrTx/>
                        <a:buSzTx/>
                        <a:buFontTx/>
                        <a:buNone/>
                        <a:tabLst/>
                        <a:defRPr/>
                      </a:pPr>
                      <a:r>
                        <a:rPr lang="en-US" sz="1800" b="1" kern="1200" dirty="0" smtClean="0">
                          <a:solidFill>
                            <a:srgbClr val="00B050"/>
                          </a:solidFill>
                          <a:latin typeface="Century Gothic" panose="020B0502020202020204" pitchFamily="34" charset="0"/>
                          <a:ea typeface="+mn-ea"/>
                          <a:cs typeface="+mn-cs"/>
                        </a:rPr>
                        <a:t>Projects</a:t>
                      </a:r>
                      <a:endParaRPr lang="fa-IR" sz="1700" b="1" dirty="0">
                        <a:solidFill>
                          <a:srgbClr val="00B050"/>
                        </a:solidFill>
                        <a:latin typeface="Century Gothic" panose="020B0502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rtl="1"/>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6319646"/>
                  </a:ext>
                </a:extLst>
              </a:tr>
              <a:tr h="0">
                <a:tc vMerge="1">
                  <a:txBody>
                    <a:bodyPr/>
                    <a:lstStyle/>
                    <a:p>
                      <a:pPr algn="ctr" rtl="1"/>
                      <a:endParaRPr lang="fa-IR" sz="1800" dirty="0"/>
                    </a:p>
                  </a:txBody>
                  <a:tcPr anchor="ctr"/>
                </a:tc>
                <a:tc>
                  <a:txBody>
                    <a:bodyPr/>
                    <a:lstStyle/>
                    <a:p>
                      <a:pPr algn="ctr" rtl="0"/>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1"/>
                      <a:endParaRPr lang="fa-IR" sz="700" dirty="0"/>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74614317"/>
                  </a:ext>
                </a:extLst>
              </a:tr>
              <a:tr h="0">
                <a:tc gridSpan="4">
                  <a:txBody>
                    <a:bodyPr/>
                    <a:lstStyle/>
                    <a:p>
                      <a:pPr marL="0" marR="0" indent="0" algn="l" defTabSz="1320759"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i="0" u="heavy" kern="1200" baseline="0" dirty="0" smtClean="0">
                          <a:solidFill>
                            <a:schemeClr val="tx1"/>
                          </a:solidFill>
                          <a:effectLst/>
                          <a:uFill>
                            <a:solidFill>
                              <a:srgbClr val="FF0066"/>
                            </a:solidFill>
                          </a:uFill>
                          <a:latin typeface="Calibri Light" panose="020F0302020204030204" pitchFamily="34" charset="0"/>
                          <a:ea typeface="+mn-ea"/>
                          <a:cs typeface="+mn-cs"/>
                          <a:hlinkClick r:id="rId17"/>
                        </a:rPr>
                        <a:t>ML projects with python</a:t>
                      </a:r>
                      <a:endParaRPr lang="fa-IR" sz="1200" b="1" i="0" u="heavy" kern="1200" baseline="0" dirty="0">
                        <a:solidFill>
                          <a:schemeClr val="tx1"/>
                        </a:solidFill>
                        <a:effectLst/>
                        <a:uFill>
                          <a:solidFill>
                            <a:srgbClr val="FF0066"/>
                          </a:solidFill>
                        </a:uFill>
                        <a:latin typeface="Calibri Light" panose="020F0302020204030204" pitchFamily="34"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indent="0" algn="ctr" defTabSz="1320759" rtl="0" eaLnBrk="1" fontAlgn="auto" latinLnBrk="0" hangingPunct="1">
                        <a:lnSpc>
                          <a:spcPct val="100000"/>
                        </a:lnSpc>
                        <a:spcBef>
                          <a:spcPts val="600"/>
                        </a:spcBef>
                        <a:spcAft>
                          <a:spcPts val="600"/>
                        </a:spcAft>
                        <a:buClrTx/>
                        <a:buSzTx/>
                        <a:buFontTx/>
                        <a:buNone/>
                        <a:tabLst/>
                        <a:defRPr/>
                      </a:pPr>
                      <a:r>
                        <a:rPr lang="en-US" sz="1000" b="0" i="0" kern="1200" dirty="0" smtClean="0">
                          <a:solidFill>
                            <a:srgbClr val="0070C0"/>
                          </a:solidFill>
                          <a:effectLst/>
                          <a:latin typeface="Candara" panose="020E0502030303020204" pitchFamily="34" charset="0"/>
                          <a:ea typeface="+mn-ea"/>
                          <a:cs typeface="+mn-cs"/>
                        </a:rPr>
                        <a:t>2022</a:t>
                      </a:r>
                      <a:endParaRPr lang="fa-IR" sz="1000" b="0" i="0" kern="1200" dirty="0">
                        <a:solidFill>
                          <a:srgbClr val="0070C0"/>
                        </a:solidFill>
                        <a:effectLst/>
                        <a:latin typeface="Candara" panose="020E0502030303020204" pitchFamily="34" charset="0"/>
                        <a:ea typeface="+mn-ea"/>
                        <a:cs typeface="+mn-cs"/>
                      </a:endParaRPr>
                    </a:p>
                  </a:txBody>
                  <a:tcPr marT="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6126"/>
                  </a:ext>
                </a:extLst>
              </a:tr>
              <a:tr h="0">
                <a:tc gridSpan="4">
                  <a:txBody>
                    <a:bodyPr/>
                    <a:lstStyle/>
                    <a:p>
                      <a:pPr marL="91440" indent="-91440" algn="just" rtl="0">
                        <a:buFont typeface="Arial" panose="020B0604020202020204" pitchFamily="34" charset="0"/>
                        <a:buChar char="•"/>
                      </a:pPr>
                      <a:r>
                        <a:rPr lang="en-US" sz="1100" dirty="0" smtClean="0">
                          <a:latin typeface="Calibri Light" panose="020F0302020204030204" pitchFamily="34" charset="0"/>
                        </a:rPr>
                        <a:t>Predicting house prices</a:t>
                      </a:r>
                      <a:r>
                        <a:rPr lang="en-US" sz="1100" baseline="0" dirty="0" smtClean="0">
                          <a:latin typeface="Calibri Light" panose="020F0302020204030204" pitchFamily="34" charset="0"/>
                        </a:rPr>
                        <a:t> (</a:t>
                      </a:r>
                      <a:r>
                        <a:rPr lang="en-US" sz="1100" dirty="0" smtClean="0">
                          <a:latin typeface="Calibri Light" panose="020F0302020204030204" pitchFamily="34" charset="0"/>
                        </a:rPr>
                        <a:t>A regression project).</a:t>
                      </a:r>
                    </a:p>
                    <a:p>
                      <a:pPr marL="91440" indent="-91440" algn="just" rtl="0">
                        <a:buFont typeface="Arial" panose="020B0604020202020204" pitchFamily="34" charset="0"/>
                        <a:buChar char="•"/>
                      </a:pPr>
                      <a:r>
                        <a:rPr lang="en-US" sz="1100" dirty="0" smtClean="0">
                          <a:latin typeface="Calibri Light" panose="020F0302020204030204" pitchFamily="34" charset="0"/>
                        </a:rPr>
                        <a:t>Classifying heart attack (A binary classification project).</a:t>
                      </a:r>
                    </a:p>
                    <a:p>
                      <a:pPr marL="91440" indent="-91440" algn="just" rtl="0">
                        <a:buFont typeface="Arial" panose="020B0604020202020204" pitchFamily="34" charset="0"/>
                        <a:buChar char="•"/>
                      </a:pPr>
                      <a:r>
                        <a:rPr lang="en-US" sz="1100" dirty="0" smtClean="0">
                          <a:latin typeface="Calibri Light" panose="020F0302020204030204" pitchFamily="34" charset="0"/>
                        </a:rPr>
                        <a:t>Customer segmentation (A clustering project).</a:t>
                      </a:r>
                    </a:p>
                    <a:p>
                      <a:pPr marL="91440" indent="-91440" algn="just" rtl="0">
                        <a:buFont typeface="Arial" panose="020B0604020202020204" pitchFamily="34" charset="0"/>
                        <a:buChar char="•"/>
                      </a:pPr>
                      <a:r>
                        <a:rPr lang="en-US" sz="1100" kern="1200" dirty="0" smtClean="0">
                          <a:solidFill>
                            <a:schemeClr val="tx1"/>
                          </a:solidFill>
                          <a:latin typeface="Calibri Light" panose="020F0302020204030204" pitchFamily="34" charset="0"/>
                          <a:ea typeface="+mn-ea"/>
                          <a:cs typeface="+mn-cs"/>
                        </a:rPr>
                        <a:t>Movie recommendation system (A recommendation system </a:t>
                      </a:r>
                      <a:r>
                        <a:rPr lang="en-US" sz="1100" dirty="0" smtClean="0">
                          <a:latin typeface="Calibri Light" panose="020F0302020204030204" pitchFamily="34" charset="0"/>
                        </a:rPr>
                        <a:t>project)</a:t>
                      </a:r>
                      <a:r>
                        <a:rPr lang="en-US" sz="1100" kern="1200" dirty="0" smtClean="0">
                          <a:solidFill>
                            <a:schemeClr val="tx1"/>
                          </a:solidFill>
                          <a:latin typeface="Calibri Light" panose="020F0302020204030204" pitchFamily="34" charset="0"/>
                          <a:ea typeface="+mn-ea"/>
                          <a:cs typeface="+mn-cs"/>
                        </a:rPr>
                        <a:t>.</a:t>
                      </a:r>
                      <a:endParaRPr lang="fa-IR" sz="1100" b="0" dirty="0">
                        <a:solidFill>
                          <a:schemeClr val="bg2">
                            <a:lumMod val="50000"/>
                          </a:schemeClr>
                        </a:solidFill>
                        <a:effectLst/>
                        <a:latin typeface="Meiryo UI" panose="020B0604030504040204" pitchFamily="34" charset="-128"/>
                        <a:ea typeface="Meiryo UI" panose="020B0604030504040204" pitchFamily="34" charset="-128"/>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rtl="1"/>
                      <a:endParaRPr lang="fa-IR"/>
                    </a:p>
                  </a:txBody>
                  <a:tcPr/>
                </a:tc>
                <a:tc vMerge="1">
                  <a:txBody>
                    <a:bodyPr/>
                    <a:lstStyle/>
                    <a:p>
                      <a:pPr algn="ctr" rtl="0"/>
                      <a:endParaRPr lang="fa-IR" sz="950" b="0" dirty="0">
                        <a:solidFill>
                          <a:schemeClr val="tx1">
                            <a:lumMod val="50000"/>
                            <a:lumOff val="50000"/>
                          </a:schemeClr>
                        </a:solidFill>
                        <a:latin typeface="Candara" panose="020E0502030303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04659023"/>
                  </a:ext>
                </a:extLst>
              </a:tr>
              <a:tr h="0">
                <a:tc gridSpan="4">
                  <a:txBody>
                    <a:bodyPr/>
                    <a:lstStyle/>
                    <a:p>
                      <a:pPr marL="0" marR="0" indent="0" algn="l" defTabSz="1320759"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i="0" u="heavy" kern="1200" baseline="0" dirty="0" smtClean="0">
                          <a:solidFill>
                            <a:schemeClr val="tx1"/>
                          </a:solidFill>
                          <a:effectLst/>
                          <a:uFill>
                            <a:solidFill>
                              <a:srgbClr val="FF0066"/>
                            </a:solidFill>
                          </a:uFill>
                          <a:latin typeface="Calibri Light" panose="020F0302020204030204" pitchFamily="34" charset="0"/>
                          <a:ea typeface="+mn-ea"/>
                          <a:cs typeface="+mn-cs"/>
                          <a:hlinkClick r:id="rId18"/>
                        </a:rPr>
                        <a:t>My Journey into Deep Learning</a:t>
                      </a:r>
                      <a:endParaRPr lang="fa-IR" sz="1200" b="1" i="0" u="heavy" kern="1200" baseline="0" dirty="0">
                        <a:solidFill>
                          <a:schemeClr val="tx1"/>
                        </a:solidFill>
                        <a:effectLst/>
                        <a:uFill>
                          <a:solidFill>
                            <a:srgbClr val="FF0066"/>
                          </a:solidFill>
                        </a:uFill>
                        <a:latin typeface="Calibri Light" panose="020F0302020204030204" pitchFamily="34" charset="0"/>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rowSpan="2">
                  <a:txBody>
                    <a:bodyPr/>
                    <a:lstStyle/>
                    <a:p>
                      <a:pPr marL="0" marR="0" indent="0" algn="ctr" defTabSz="1320759" rtl="0" eaLnBrk="1" fontAlgn="auto" latinLnBrk="0" hangingPunct="1">
                        <a:lnSpc>
                          <a:spcPct val="100000"/>
                        </a:lnSpc>
                        <a:spcBef>
                          <a:spcPts val="600"/>
                        </a:spcBef>
                        <a:spcAft>
                          <a:spcPts val="600"/>
                        </a:spcAft>
                        <a:buClrTx/>
                        <a:buSzTx/>
                        <a:buFontTx/>
                        <a:buNone/>
                        <a:tabLst/>
                        <a:defRPr/>
                      </a:pPr>
                      <a:r>
                        <a:rPr lang="en-US" sz="1000" b="0" i="0" kern="1200" dirty="0" smtClean="0">
                          <a:solidFill>
                            <a:srgbClr val="0070C0"/>
                          </a:solidFill>
                          <a:effectLst/>
                          <a:latin typeface="Candara" panose="020E0502030303020204" pitchFamily="34" charset="0"/>
                          <a:ea typeface="+mn-ea"/>
                          <a:cs typeface="+mn-cs"/>
                        </a:rPr>
                        <a:t>2022</a:t>
                      </a:r>
                      <a:endParaRPr lang="fa-IR" sz="1000" b="0" i="0" kern="1200" dirty="0">
                        <a:solidFill>
                          <a:srgbClr val="0070C0"/>
                        </a:solidFill>
                        <a:effectLst/>
                        <a:latin typeface="Candara" panose="020E0502030303020204" pitchFamily="34" charset="0"/>
                        <a:ea typeface="+mn-ea"/>
                        <a:cs typeface="+mn-cs"/>
                      </a:endParaRPr>
                    </a:p>
                  </a:txBody>
                  <a:tcPr marT="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86328771"/>
                  </a:ext>
                </a:extLst>
              </a:tr>
              <a:tr h="0">
                <a:tc gridSpan="4">
                  <a:txBody>
                    <a:bodyPr/>
                    <a:lstStyle/>
                    <a:p>
                      <a:pPr marL="91440" indent="-91440" algn="just" rtl="0">
                        <a:buFont typeface="Arial" panose="020B0604020202020204" pitchFamily="34" charset="0"/>
                        <a:buChar char="•"/>
                      </a:pPr>
                      <a:r>
                        <a:rPr lang="en-US" sz="1100" kern="1200" dirty="0" smtClean="0">
                          <a:solidFill>
                            <a:schemeClr val="tx1"/>
                          </a:solidFill>
                          <a:latin typeface="Calibri Light" panose="020F0302020204030204" pitchFamily="34" charset="0"/>
                          <a:ea typeface="+mn-ea"/>
                          <a:cs typeface="+mn-cs"/>
                        </a:rPr>
                        <a:t>CIFAR-10 Image classification using simple CNN and MobileNetV2.</a:t>
                      </a:r>
                      <a:endParaRPr lang="fa-IR" sz="1100" kern="1200" dirty="0">
                        <a:solidFill>
                          <a:schemeClr val="tx1"/>
                        </a:solidFill>
                        <a:latin typeface="Calibri Light" panose="020F0302020204030204" pitchFamily="34" charset="0"/>
                        <a:ea typeface="+mn-ea"/>
                        <a:cs typeface="+mn-cs"/>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rtl="1"/>
                      <a:endParaRPr lang="fa-IR"/>
                    </a:p>
                  </a:txBody>
                  <a:tcPr/>
                </a:tc>
                <a:tc vMerge="1">
                  <a:txBody>
                    <a:bodyPr/>
                    <a:lstStyle/>
                    <a:p>
                      <a:pPr marL="0" marR="0" indent="0" algn="ctr" defTabSz="1320759" rtl="0" eaLnBrk="1" fontAlgn="auto" latinLnBrk="0" hangingPunct="1">
                        <a:lnSpc>
                          <a:spcPct val="100000"/>
                        </a:lnSpc>
                        <a:spcBef>
                          <a:spcPts val="600"/>
                        </a:spcBef>
                        <a:spcAft>
                          <a:spcPts val="600"/>
                        </a:spcAft>
                        <a:buClrTx/>
                        <a:buSzTx/>
                        <a:buFontTx/>
                        <a:buNone/>
                        <a:tabLst/>
                        <a:defRPr/>
                      </a:pPr>
                      <a:endParaRPr lang="fa-IR" sz="1000" b="0" i="0" kern="1200" dirty="0">
                        <a:solidFill>
                          <a:srgbClr val="0070C0"/>
                        </a:solidFill>
                        <a:effectLst/>
                        <a:latin typeface="Candara" panose="020E0502030303020204" pitchFamily="34" charset="0"/>
                        <a:ea typeface="+mn-ea"/>
                        <a:cs typeface="+mn-cs"/>
                      </a:endParaRPr>
                    </a:p>
                  </a:txBody>
                  <a:tcPr marT="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503716"/>
                  </a:ext>
                </a:extLst>
              </a:tr>
            </a:tbl>
          </a:graphicData>
        </a:graphic>
      </p:graphicFrame>
    </p:spTree>
    <p:extLst>
      <p:ext uri="{BB962C8B-B14F-4D97-AF65-F5344CB8AC3E}">
        <p14:creationId xmlns:p14="http://schemas.microsoft.com/office/powerpoint/2010/main" val="914694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2"/>
          <p:cNvSpPr>
            <a:spLocks noGrp="1"/>
          </p:cNvSpPr>
          <p:nvPr>
            <p:ph type="dt" sz="half" idx="10"/>
          </p:nvPr>
        </p:nvSpPr>
        <p:spPr>
          <a:xfrm>
            <a:off x="0" y="9646920"/>
            <a:ext cx="1280160" cy="182880"/>
          </a:xfrm>
        </p:spPr>
        <p:txBody>
          <a:bodyPr/>
          <a:lstStyle/>
          <a:p>
            <a:pPr algn="ctr"/>
            <a:r>
              <a:rPr lang="en-US" sz="1000" b="1" dirty="0">
                <a:solidFill>
                  <a:schemeClr val="accent2">
                    <a:lumMod val="60000"/>
                    <a:lumOff val="40000"/>
                  </a:schemeClr>
                </a:solidFill>
                <a:latin typeface="Century Gothic" panose="020B0502020202020204" pitchFamily="34" charset="0"/>
                <a:ea typeface="Meiryo UI" panose="020B0604030504040204" pitchFamily="34" charset="-128"/>
                <a:cs typeface="Meiryo UI" panose="020B0604030504040204" pitchFamily="34" charset="-128"/>
              </a:rPr>
              <a:t>April </a:t>
            </a:r>
            <a:r>
              <a:rPr lang="fa-IR" sz="1000" b="1" dirty="0" smtClean="0">
                <a:solidFill>
                  <a:schemeClr val="accent2">
                    <a:lumMod val="60000"/>
                    <a:lumOff val="40000"/>
                  </a:schemeClr>
                </a:solidFill>
                <a:latin typeface="Century Gothic" panose="020B0502020202020204" pitchFamily="34" charset="0"/>
                <a:ea typeface="Meiryo UI" panose="020B0604030504040204" pitchFamily="34" charset="-128"/>
                <a:cs typeface="Meiryo UI" panose="020B0604030504040204" pitchFamily="34" charset="-128"/>
              </a:rPr>
              <a:t> 2022</a:t>
            </a:r>
            <a:endParaRPr lang="fa-IR" sz="1000" b="1" dirty="0">
              <a:solidFill>
                <a:schemeClr val="accent2">
                  <a:lumMod val="60000"/>
                  <a:lumOff val="40000"/>
                </a:schemeClr>
              </a:solidFill>
              <a:latin typeface="Century Gothic" panose="020B0502020202020204" pitchFamily="34" charset="0"/>
              <a:ea typeface="Meiryo UI" panose="020B0604030504040204" pitchFamily="34" charset="-128"/>
              <a:cs typeface="Meiryo UI" panose="020B0604030504040204" pitchFamily="34" charset="-128"/>
            </a:endParaRPr>
          </a:p>
        </p:txBody>
      </p:sp>
      <p:sp>
        <p:nvSpPr>
          <p:cNvPr id="6" name="Footer Placeholder 5"/>
          <p:cNvSpPr>
            <a:spLocks noGrp="1"/>
          </p:cNvSpPr>
          <p:nvPr>
            <p:ph type="ftr" sz="quarter" idx="11"/>
          </p:nvPr>
        </p:nvSpPr>
        <p:spPr>
          <a:xfrm>
            <a:off x="2560320" y="9646920"/>
            <a:ext cx="1737360" cy="182880"/>
          </a:xfrm>
        </p:spPr>
        <p:txBody>
          <a:bodyPr/>
          <a:lstStyle/>
          <a:p>
            <a:r>
              <a:rPr lang="en-US" sz="1000" b="1" dirty="0" smtClean="0">
                <a:solidFill>
                  <a:schemeClr val="accent2">
                    <a:lumMod val="60000"/>
                    <a:lumOff val="40000"/>
                  </a:schemeClr>
                </a:solidFill>
                <a:latin typeface="Century Gothic" panose="020B0502020202020204" pitchFamily="34" charset="0"/>
                <a:ea typeface="Meiryo UI" panose="020B0604030504040204" pitchFamily="34" charset="-128"/>
                <a:cs typeface="Meiryo UI" panose="020B0604030504040204" pitchFamily="34" charset="-128"/>
              </a:rPr>
              <a:t>ALIREZA HANIFI · RÉSUMÉ</a:t>
            </a:r>
            <a:endParaRPr lang="fa-IR" sz="1000" b="1" dirty="0">
              <a:solidFill>
                <a:schemeClr val="accent2">
                  <a:lumMod val="60000"/>
                  <a:lumOff val="40000"/>
                </a:schemeClr>
              </a:solidFill>
              <a:latin typeface="Century Gothic" panose="020B0502020202020204" pitchFamily="34" charset="0"/>
              <a:ea typeface="Meiryo UI" panose="020B0604030504040204" pitchFamily="34" charset="-128"/>
            </a:endParaRPr>
          </a:p>
        </p:txBody>
      </p:sp>
      <p:sp>
        <p:nvSpPr>
          <p:cNvPr id="7" name="Slide Number Placeholder 6"/>
          <p:cNvSpPr>
            <a:spLocks noGrp="1"/>
          </p:cNvSpPr>
          <p:nvPr>
            <p:ph type="sldNum" sz="quarter" idx="12"/>
          </p:nvPr>
        </p:nvSpPr>
        <p:spPr>
          <a:xfrm>
            <a:off x="6400800" y="9646920"/>
            <a:ext cx="457200" cy="182880"/>
          </a:xfrm>
        </p:spPr>
        <p:txBody>
          <a:bodyPr/>
          <a:lstStyle/>
          <a:p>
            <a:pPr algn="ctr"/>
            <a:fld id="{B7E122CD-5D3E-422F-8AC3-26C9E2C77A82}" type="slidenum">
              <a:rPr lang="fa-IR" sz="1000" b="1">
                <a:solidFill>
                  <a:schemeClr val="accent2">
                    <a:lumMod val="60000"/>
                    <a:lumOff val="40000"/>
                  </a:schemeClr>
                </a:solidFill>
                <a:latin typeface="Century Gothic" panose="020B0502020202020204" pitchFamily="34" charset="0"/>
                <a:ea typeface="Meiryo UI" panose="020B0604030504040204" pitchFamily="34" charset="-128"/>
                <a:cs typeface="Meiryo UI" panose="020B0604030504040204" pitchFamily="34" charset="-128"/>
              </a:rPr>
              <a:pPr algn="ctr"/>
              <a:t>2</a:t>
            </a:fld>
            <a:endParaRPr lang="fa-IR" sz="1000" b="1" dirty="0">
              <a:solidFill>
                <a:schemeClr val="accent2">
                  <a:lumMod val="60000"/>
                  <a:lumOff val="40000"/>
                </a:schemeClr>
              </a:solidFill>
              <a:latin typeface="Century Gothic" panose="020B0502020202020204" pitchFamily="34" charset="0"/>
              <a:ea typeface="Meiryo UI" panose="020B0604030504040204" pitchFamily="34" charset="-128"/>
              <a:cs typeface="Meiryo UI" panose="020B0604030504040204" pitchFamily="34" charset="-128"/>
            </a:endParaRPr>
          </a:p>
        </p:txBody>
      </p:sp>
      <p:graphicFrame>
        <p:nvGraphicFramePr>
          <p:cNvPr id="9" name="Table 8"/>
          <p:cNvGraphicFramePr>
            <a:graphicFrameLocks noGrp="1"/>
          </p:cNvGraphicFramePr>
          <p:nvPr>
            <p:extLst>
              <p:ext uri="{D42A27DB-BD31-4B8C-83A1-F6EECF244321}">
                <p14:modId xmlns:p14="http://schemas.microsoft.com/office/powerpoint/2010/main" val="3926740297"/>
              </p:ext>
            </p:extLst>
          </p:nvPr>
        </p:nvGraphicFramePr>
        <p:xfrm>
          <a:off x="137160" y="138301"/>
          <a:ext cx="6583681" cy="1920240"/>
        </p:xfrm>
        <a:graphic>
          <a:graphicData uri="http://schemas.openxmlformats.org/drawingml/2006/table">
            <a:tbl>
              <a:tblPr firstRow="1" bandRow="1">
                <a:tableStyleId>{5940675A-B579-460E-94D1-54222C63F5DA}</a:tableStyleId>
              </a:tblPr>
              <a:tblGrid>
                <a:gridCol w="698376">
                  <a:extLst>
                    <a:ext uri="{9D8B030D-6E8A-4147-A177-3AD203B41FA5}">
                      <a16:colId xmlns:a16="http://schemas.microsoft.com/office/drawing/2014/main" val="1758866349"/>
                    </a:ext>
                  </a:extLst>
                </a:gridCol>
                <a:gridCol w="669866">
                  <a:extLst>
                    <a:ext uri="{9D8B030D-6E8A-4147-A177-3AD203B41FA5}">
                      <a16:colId xmlns:a16="http://schemas.microsoft.com/office/drawing/2014/main" val="3262768634"/>
                    </a:ext>
                  </a:extLst>
                </a:gridCol>
                <a:gridCol w="1190344">
                  <a:extLst>
                    <a:ext uri="{9D8B030D-6E8A-4147-A177-3AD203B41FA5}">
                      <a16:colId xmlns:a16="http://schemas.microsoft.com/office/drawing/2014/main" val="1743973046"/>
                    </a:ext>
                  </a:extLst>
                </a:gridCol>
                <a:gridCol w="1419770">
                  <a:extLst>
                    <a:ext uri="{9D8B030D-6E8A-4147-A177-3AD203B41FA5}">
                      <a16:colId xmlns:a16="http://schemas.microsoft.com/office/drawing/2014/main" val="3667680000"/>
                    </a:ext>
                  </a:extLst>
                </a:gridCol>
                <a:gridCol w="1257788">
                  <a:extLst>
                    <a:ext uri="{9D8B030D-6E8A-4147-A177-3AD203B41FA5}">
                      <a16:colId xmlns:a16="http://schemas.microsoft.com/office/drawing/2014/main" val="2106253107"/>
                    </a:ext>
                  </a:extLst>
                </a:gridCol>
                <a:gridCol w="1347537">
                  <a:extLst>
                    <a:ext uri="{9D8B030D-6E8A-4147-A177-3AD203B41FA5}">
                      <a16:colId xmlns:a16="http://schemas.microsoft.com/office/drawing/2014/main" val="2603293168"/>
                    </a:ext>
                  </a:extLst>
                </a:gridCol>
              </a:tblGrid>
              <a:tr h="188686">
                <a:tc rowSpan="2">
                  <a:txBody>
                    <a:bodyPr/>
                    <a:lstStyle/>
                    <a:p>
                      <a:pPr marL="0" marR="0" indent="0" algn="l" defTabSz="1320759" rtl="0" eaLnBrk="1" fontAlgn="auto" latinLnBrk="0" hangingPunct="1">
                        <a:lnSpc>
                          <a:spcPct val="100000"/>
                        </a:lnSpc>
                        <a:spcBef>
                          <a:spcPts val="0"/>
                        </a:spcBef>
                        <a:spcAft>
                          <a:spcPts val="0"/>
                        </a:spcAft>
                        <a:buClrTx/>
                        <a:buSzTx/>
                        <a:buFontTx/>
                        <a:buNone/>
                        <a:tabLst/>
                        <a:defRPr/>
                      </a:pPr>
                      <a:r>
                        <a:rPr lang="en-US" sz="1800" b="1" kern="1200" dirty="0" smtClean="0">
                          <a:solidFill>
                            <a:srgbClr val="00B050"/>
                          </a:solidFill>
                          <a:latin typeface="Century Gothic" panose="020B0502020202020204" pitchFamily="34" charset="0"/>
                          <a:ea typeface="+mn-ea"/>
                          <a:cs typeface="+mn-cs"/>
                        </a:rPr>
                        <a:t>Skills</a:t>
                      </a:r>
                      <a:r>
                        <a:rPr lang="en-US" sz="1800" dirty="0" smtClean="0"/>
                        <a:t> </a:t>
                      </a:r>
                      <a:endParaRPr lang="fa-IR" sz="1800" b="1" dirty="0">
                        <a:solidFill>
                          <a:srgbClr val="0070C0"/>
                        </a:solidFill>
                        <a:latin typeface="Century Gothic" panose="020B0502020202020204" pitchFamily="34" charset="0"/>
                      </a:endParaRPr>
                    </a:p>
                  </a:txBody>
                  <a:tcPr marL="45720" marR="4572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2">
                  <a:txBody>
                    <a:bodyPr/>
                    <a:lstStyle/>
                    <a:p>
                      <a:pPr algn="ctr" rtl="0"/>
                      <a:endParaRPr lang="fa-IR" sz="700" dirty="0"/>
                    </a:p>
                  </a:txBody>
                  <a:tcPr marL="45720" marR="4572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rtl="1"/>
                      <a:endParaRPr lang="fa-IR"/>
                    </a:p>
                  </a:txBody>
                  <a:tcPr/>
                </a:tc>
                <a:tc>
                  <a:txBody>
                    <a:bodyPr/>
                    <a:lstStyle/>
                    <a:p>
                      <a:pPr algn="ctr" rtl="0"/>
                      <a:endParaRPr lang="fa-IR" sz="700" dirty="0"/>
                    </a:p>
                  </a:txBody>
                  <a:tcPr marL="45720" marR="4572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6319646"/>
                  </a:ext>
                </a:extLst>
              </a:tr>
              <a:tr h="188686">
                <a:tc vMerge="1">
                  <a:txBody>
                    <a:bodyPr/>
                    <a:lstStyle/>
                    <a:p>
                      <a:pPr algn="ctr" rtl="1"/>
                      <a:endParaRPr lang="fa-IR" sz="1800" dirty="0"/>
                    </a:p>
                  </a:txBody>
                  <a:tcPr anchor="ctr"/>
                </a:tc>
                <a:tc gridSpan="2">
                  <a:txBody>
                    <a:bodyPr/>
                    <a:lstStyle/>
                    <a:p>
                      <a:pPr algn="ctr" rtl="0"/>
                      <a:endParaRPr lang="fa-IR" sz="700" dirty="0"/>
                    </a:p>
                  </a:txBody>
                  <a:tcPr marL="45720" marR="4572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pPr rtl="1"/>
                      <a:endParaRPr lang="fa-IR"/>
                    </a:p>
                  </a:txBody>
                  <a:tcPr/>
                </a:tc>
                <a:tc>
                  <a:txBody>
                    <a:bodyPr/>
                    <a:lstStyle/>
                    <a:p>
                      <a:pPr algn="ctr" rtl="0"/>
                      <a:endParaRPr lang="fa-IR" sz="700" dirty="0"/>
                    </a:p>
                  </a:txBody>
                  <a:tcPr marL="45720" marR="4572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rtl="0"/>
                      <a:endParaRPr lang="fa-IR" sz="700" dirty="0"/>
                    </a:p>
                  </a:txBody>
                  <a:tcPr marL="45720" marR="4572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74614317"/>
                  </a:ext>
                </a:extLst>
              </a:tr>
              <a:tr h="261257">
                <a:tc gridSpan="2">
                  <a:txBody>
                    <a:bodyPr/>
                    <a:lstStyle/>
                    <a:p>
                      <a:pPr marL="0" marR="0" indent="0" algn="l" defTabSz="1320759"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latin typeface="Calibri Light" panose="020F0302020204030204" pitchFamily="34" charset="0"/>
                          <a:ea typeface="+mn-ea"/>
                          <a:cs typeface="+mn-cs"/>
                        </a:rPr>
                        <a:t>Data Science:</a:t>
                      </a:r>
                      <a:endParaRPr lang="fa-IR" sz="1200" b="1" kern="1200" dirty="0">
                        <a:solidFill>
                          <a:schemeClr val="tx1"/>
                        </a:solidFill>
                        <a:latin typeface="Calibri Light" panose="020F0302020204030204" pitchFamily="34" charset="0"/>
                        <a:ea typeface="+mn-ea"/>
                        <a:cs typeface="+mn-cs"/>
                      </a:endParaRPr>
                    </a:p>
                  </a:txBody>
                  <a:tcPr marR="0">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marL="0" marR="0" indent="0" algn="l" defTabSz="1320759" rtl="0" eaLnBrk="1" fontAlgn="auto" latinLnBrk="0" hangingPunct="1">
                        <a:lnSpc>
                          <a:spcPct val="100000"/>
                        </a:lnSpc>
                        <a:spcBef>
                          <a:spcPts val="0"/>
                        </a:spcBef>
                        <a:spcAft>
                          <a:spcPts val="0"/>
                        </a:spcAft>
                        <a:buClrTx/>
                        <a:buSzTx/>
                        <a:buFontTx/>
                        <a:buNone/>
                        <a:tabLst/>
                        <a:defRPr/>
                      </a:pPr>
                      <a:endParaRPr lang="fa-IR" sz="1200" b="0" kern="1200" dirty="0">
                        <a:solidFill>
                          <a:schemeClr val="tx1"/>
                        </a:solidFill>
                        <a:latin typeface="Calibri Light" panose="020F0302020204030204" pitchFamily="34" charset="0"/>
                        <a:ea typeface="+mn-ea"/>
                        <a:cs typeface="+mn-cs"/>
                      </a:endParaRPr>
                    </a:p>
                  </a:txBody>
                  <a:tcPr/>
                </a:tc>
                <a:tc gridSpan="4">
                  <a:txBody>
                    <a:bodyPr/>
                    <a:lstStyle/>
                    <a:p>
                      <a:pPr marL="0" marR="0" indent="0" algn="just" defTabSz="1320759" rtl="0" eaLnBrk="1" fontAlgn="auto" latinLnBrk="0" hangingPunct="1">
                        <a:lnSpc>
                          <a:spcPct val="100000"/>
                        </a:lnSpc>
                        <a:spcBef>
                          <a:spcPts val="0"/>
                        </a:spcBef>
                        <a:spcAft>
                          <a:spcPts val="0"/>
                        </a:spcAft>
                        <a:buClrTx/>
                        <a:buSzTx/>
                        <a:buFontTx/>
                        <a:buNone/>
                        <a:tabLst/>
                        <a:defRPr/>
                      </a:pPr>
                      <a:r>
                        <a:rPr lang="en-US" sz="1100" b="0" kern="1200" dirty="0" smtClean="0">
                          <a:solidFill>
                            <a:schemeClr val="tx1"/>
                          </a:solidFill>
                          <a:latin typeface="Calibri Light" panose="020F0302020204030204" pitchFamily="34" charset="0"/>
                          <a:ea typeface="+mn-ea"/>
                          <a:cs typeface="+mn-cs"/>
                        </a:rPr>
                        <a:t>Python3 </a:t>
                      </a:r>
                      <a:r>
                        <a:rPr lang="en-US" sz="1050" b="0" kern="1200" dirty="0" smtClean="0">
                          <a:solidFill>
                            <a:schemeClr val="tx1"/>
                          </a:solidFill>
                          <a:latin typeface="Calibri Light" panose="020F0302020204030204" pitchFamily="34" charset="0"/>
                          <a:ea typeface="+mn-ea"/>
                          <a:cs typeface="+mn-cs"/>
                        </a:rPr>
                        <a:t>(scikit-learn, Pandas, NumPy, Matplotlib)</a:t>
                      </a:r>
                      <a:r>
                        <a:rPr lang="en-US" sz="1100" b="0" kern="1200" dirty="0" smtClean="0">
                          <a:solidFill>
                            <a:schemeClr val="tx1"/>
                          </a:solidFill>
                          <a:latin typeface="Calibri Light" panose="020F0302020204030204" pitchFamily="34" charset="0"/>
                          <a:ea typeface="+mn-ea"/>
                          <a:cs typeface="+mn-cs"/>
                        </a:rPr>
                        <a:t>, SQL, Machine Learning, Deep Learning. </a:t>
                      </a:r>
                      <a:endParaRPr lang="fa-IR" sz="1100" b="0" kern="1200" dirty="0">
                        <a:solidFill>
                          <a:schemeClr val="tx1"/>
                        </a:solidFill>
                        <a:latin typeface="Calibri Light" panose="020F0302020204030204" pitchFamily="34" charset="0"/>
                        <a:ea typeface="+mn-ea"/>
                        <a:cs typeface="+mn-cs"/>
                      </a:endParaRPr>
                    </a:p>
                  </a:txBody>
                  <a:tcPr marL="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marL="0" algn="ctr" defTabSz="1320759" rtl="0" eaLnBrk="1" latinLnBrk="0" hangingPunct="1"/>
                      <a:endParaRPr lang="fa-IR" sz="1200" b="0" kern="1200" dirty="0">
                        <a:solidFill>
                          <a:schemeClr val="tx1">
                            <a:lumMod val="85000"/>
                            <a:lumOff val="15000"/>
                          </a:schemeClr>
                        </a:solidFill>
                        <a:latin typeface="Candara" panose="020E0502030303020204" pitchFamily="34"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62508517"/>
                  </a:ext>
                </a:extLst>
              </a:tr>
              <a:tr h="261257">
                <a:tc gridSpan="2">
                  <a:txBody>
                    <a:bodyPr/>
                    <a:lstStyle/>
                    <a:p>
                      <a:pPr marL="0" marR="0" indent="0" algn="l" defTabSz="1320759"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latin typeface="Calibri Light" panose="020F0302020204030204" pitchFamily="34" charset="0"/>
                          <a:ea typeface="+mn-ea"/>
                          <a:cs typeface="+mn-cs"/>
                        </a:rPr>
                        <a:t>Tools:</a:t>
                      </a:r>
                      <a:endParaRPr lang="fa-IR" sz="1200" b="1" kern="1200" dirty="0">
                        <a:solidFill>
                          <a:schemeClr val="tx1"/>
                        </a:solidFill>
                        <a:latin typeface="Calibri Light" panose="020F0302020204030204" pitchFamily="34" charset="0"/>
                        <a:ea typeface="+mn-ea"/>
                        <a:cs typeface="+mn-cs"/>
                      </a:endParaRPr>
                    </a:p>
                  </a:txBody>
                  <a:tcPr marR="0">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rtl="1"/>
                      <a:endParaRPr lang="fa-IR"/>
                    </a:p>
                  </a:txBody>
                  <a:tcPr/>
                </a:tc>
                <a:tc gridSpan="4">
                  <a:txBody>
                    <a:bodyPr/>
                    <a:lstStyle/>
                    <a:p>
                      <a:pPr algn="just" fontAlgn="auto"/>
                      <a:r>
                        <a:rPr lang="en-US" sz="1100" dirty="0" smtClean="0">
                          <a:latin typeface="Calibri Light" panose="020F0302020204030204" pitchFamily="34" charset="0"/>
                        </a:rPr>
                        <a:t>Git, </a:t>
                      </a:r>
                      <a:r>
                        <a:rPr lang="en-US" sz="1100" b="0" i="0" kern="1200" dirty="0" smtClean="0">
                          <a:solidFill>
                            <a:schemeClr val="tx1"/>
                          </a:solidFill>
                          <a:effectLst/>
                          <a:latin typeface="Calibri Light" panose="020F0302020204030204" pitchFamily="34" charset="0"/>
                          <a:ea typeface="+mn-ea"/>
                          <a:cs typeface="+mn-cs"/>
                        </a:rPr>
                        <a:t>Microsoft Excel, Microsoft Word, Microsoft PowerPoint,</a:t>
                      </a:r>
                      <a:r>
                        <a:rPr lang="en-US" sz="1100" b="0" kern="1200" dirty="0" smtClean="0">
                          <a:solidFill>
                            <a:schemeClr val="tx1"/>
                          </a:solidFill>
                          <a:latin typeface="Calibri Light" panose="020F0302020204030204" pitchFamily="34" charset="0"/>
                          <a:ea typeface="+mn-ea"/>
                          <a:cs typeface="+mn-cs"/>
                        </a:rPr>
                        <a:t> Adobe Premiere Pro.</a:t>
                      </a:r>
                      <a:endParaRPr lang="fa-IR" sz="1100" dirty="0">
                        <a:latin typeface="Calibri Light" panose="020F0302020204030204" pitchFamily="34" charset="0"/>
                      </a:endParaRPr>
                    </a:p>
                  </a:txBody>
                  <a:tcPr marL="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marL="0" marR="0" indent="0" algn="ctr" defTabSz="1320759" rtl="0" eaLnBrk="1" fontAlgn="auto" latinLnBrk="0" hangingPunct="1">
                        <a:lnSpc>
                          <a:spcPct val="100000"/>
                        </a:lnSpc>
                        <a:spcBef>
                          <a:spcPts val="0"/>
                        </a:spcBef>
                        <a:spcAft>
                          <a:spcPts val="0"/>
                        </a:spcAft>
                        <a:buClrTx/>
                        <a:buSzTx/>
                        <a:buFontTx/>
                        <a:buNone/>
                        <a:tabLst/>
                        <a:defRPr/>
                      </a:pPr>
                      <a:endParaRPr lang="fa-IR" sz="1200" b="0" u="heavy" kern="1200" baseline="0" dirty="0">
                        <a:solidFill>
                          <a:srgbClr val="0070C0"/>
                        </a:solidFill>
                        <a:uFill>
                          <a:solidFill>
                            <a:srgbClr val="FFC000"/>
                          </a:solidFill>
                        </a:uFill>
                        <a:latin typeface="Candara" panose="020E0502030303020204" pitchFamily="34"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1617609"/>
                  </a:ext>
                </a:extLst>
              </a:tr>
              <a:tr h="261257">
                <a:tc gridSpan="2">
                  <a:txBody>
                    <a:bodyPr/>
                    <a:lstStyle/>
                    <a:p>
                      <a:pPr marL="0" marR="0" indent="0" algn="l" defTabSz="1320759"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Calibri Light" panose="020F0302020204030204" pitchFamily="34" charset="0"/>
                          <a:ea typeface="+mn-ea"/>
                          <a:cs typeface="+mn-cs"/>
                        </a:rPr>
                        <a:t>Operating Systems</a:t>
                      </a:r>
                      <a:r>
                        <a:rPr lang="en-US" sz="1200" b="0" i="0" kern="1200" dirty="0" smtClean="0">
                          <a:solidFill>
                            <a:schemeClr val="tx1"/>
                          </a:solidFill>
                          <a:effectLst/>
                          <a:latin typeface="Calibri Light" panose="020F0302020204030204" pitchFamily="34" charset="0"/>
                          <a:ea typeface="+mn-ea"/>
                          <a:cs typeface="+mn-cs"/>
                        </a:rPr>
                        <a:t>:</a:t>
                      </a:r>
                      <a:endParaRPr lang="fa-IR" sz="1200" b="1" kern="1200" dirty="0">
                        <a:solidFill>
                          <a:schemeClr val="tx1"/>
                        </a:solidFill>
                        <a:latin typeface="Calibri Light" panose="020F0302020204030204" pitchFamily="34" charset="0"/>
                        <a:ea typeface="+mn-ea"/>
                        <a:cs typeface="+mn-cs"/>
                      </a:endParaRPr>
                    </a:p>
                  </a:txBody>
                  <a:tcPr marR="0">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rtl="1"/>
                      <a:endParaRPr lang="fa-IR"/>
                    </a:p>
                  </a:txBody>
                  <a:tcPr/>
                </a:tc>
                <a:tc gridSpan="4">
                  <a:txBody>
                    <a:bodyPr/>
                    <a:lstStyle/>
                    <a:p>
                      <a:pPr algn="just" rtl="0"/>
                      <a:r>
                        <a:rPr lang="en-US" sz="1100" b="0" i="0" kern="1200" dirty="0" smtClean="0">
                          <a:solidFill>
                            <a:schemeClr val="tx1"/>
                          </a:solidFill>
                          <a:effectLst/>
                          <a:latin typeface="Calibri Light" panose="020F0302020204030204" pitchFamily="34" charset="0"/>
                          <a:ea typeface="+mn-ea"/>
                          <a:cs typeface="+mn-cs"/>
                        </a:rPr>
                        <a:t>Windows.</a:t>
                      </a:r>
                      <a:endParaRPr lang="fa-IR" sz="1100" dirty="0">
                        <a:latin typeface="Calibri Light" panose="020F0302020204030204" pitchFamily="34" charset="0"/>
                      </a:endParaRPr>
                    </a:p>
                  </a:txBody>
                  <a:tcPr marL="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marL="0" marR="0" indent="0" algn="ctr" defTabSz="1320759" rtl="0" eaLnBrk="1" fontAlgn="auto" latinLnBrk="0" hangingPunct="1">
                        <a:lnSpc>
                          <a:spcPct val="100000"/>
                        </a:lnSpc>
                        <a:spcBef>
                          <a:spcPts val="0"/>
                        </a:spcBef>
                        <a:spcAft>
                          <a:spcPts val="0"/>
                        </a:spcAft>
                        <a:buClrTx/>
                        <a:buSzTx/>
                        <a:buFontTx/>
                        <a:buNone/>
                        <a:tabLst/>
                        <a:defRPr/>
                      </a:pPr>
                      <a:endParaRPr lang="fa-IR" sz="1200" b="0" kern="1200" dirty="0">
                        <a:solidFill>
                          <a:schemeClr val="tx1">
                            <a:lumMod val="85000"/>
                            <a:lumOff val="15000"/>
                          </a:schemeClr>
                        </a:solidFill>
                        <a:latin typeface="Candara" panose="020E0502030303020204" pitchFamily="34"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7823111"/>
                  </a:ext>
                </a:extLst>
              </a:tr>
              <a:tr h="406400">
                <a:tc gridSpan="2">
                  <a:txBody>
                    <a:bodyPr/>
                    <a:lstStyle/>
                    <a:p>
                      <a:pPr marL="0" marR="0" indent="0" algn="l" defTabSz="1320759"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latin typeface="Calibri Light" panose="020F0302020204030204" pitchFamily="34" charset="0"/>
                          <a:ea typeface="+mn-ea"/>
                          <a:cs typeface="+mn-cs"/>
                        </a:rPr>
                        <a:t>Soft Skills:</a:t>
                      </a:r>
                      <a:endParaRPr lang="fa-IR" sz="1200" b="1" kern="1200" dirty="0">
                        <a:solidFill>
                          <a:schemeClr val="tx1"/>
                        </a:solidFill>
                        <a:latin typeface="Calibri Light" panose="020F0302020204030204" pitchFamily="34" charset="0"/>
                        <a:ea typeface="+mn-ea"/>
                        <a:cs typeface="+mn-cs"/>
                      </a:endParaRPr>
                    </a:p>
                  </a:txBody>
                  <a:tcPr marR="0">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rtl="1"/>
                      <a:endParaRPr lang="fa-IR" dirty="0"/>
                    </a:p>
                  </a:txBody>
                  <a:tcPr/>
                </a:tc>
                <a:tc gridSpan="4">
                  <a:txBody>
                    <a:bodyPr/>
                    <a:lstStyle/>
                    <a:p>
                      <a:pPr algn="just" rtl="0"/>
                      <a:r>
                        <a:rPr lang="en-US" sz="1100" dirty="0" smtClean="0">
                          <a:latin typeface="Calibri Light" panose="020F0302020204030204" pitchFamily="34" charset="0"/>
                        </a:rPr>
                        <a:t>Teamwork, Easily Adaptable, Critical Thinking, Writing Skills, Presentation Skills, Report Writing, Self-Management, Self-Awareness, Responsibility.</a:t>
                      </a:r>
                      <a:endParaRPr lang="fa-IR" sz="1100" dirty="0">
                        <a:latin typeface="Calibri Light" panose="020F0302020204030204" pitchFamily="34" charset="0"/>
                      </a:endParaRPr>
                    </a:p>
                  </a:txBody>
                  <a:tcPr marL="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rtl="1"/>
                      <a:endParaRPr lang="fa-IR"/>
                    </a:p>
                  </a:txBody>
                  <a:tcPr/>
                </a:tc>
                <a:tc hMerge="1">
                  <a:txBody>
                    <a:bodyPr/>
                    <a:lstStyle/>
                    <a:p>
                      <a:pPr rtl="1"/>
                      <a:endParaRPr lang="fa-IR"/>
                    </a:p>
                  </a:txBody>
                  <a:tcPr/>
                </a:tc>
                <a:tc hMerge="1">
                  <a:txBody>
                    <a:bodyPr/>
                    <a:lstStyle/>
                    <a:p>
                      <a:pPr rtl="1"/>
                      <a:endParaRPr lang="fa-IR"/>
                    </a:p>
                  </a:txBody>
                  <a:tcPr/>
                </a:tc>
                <a:extLst>
                  <a:ext uri="{0D108BD9-81ED-4DB2-BD59-A6C34878D82A}">
                    <a16:rowId xmlns:a16="http://schemas.microsoft.com/office/drawing/2014/main" val="3972795000"/>
                  </a:ext>
                </a:extLst>
              </a:tr>
              <a:tr h="261257">
                <a:tc gridSpan="2">
                  <a:txBody>
                    <a:bodyPr/>
                    <a:lstStyle/>
                    <a:p>
                      <a:pPr marL="0" marR="0" indent="0" algn="l" defTabSz="1320759"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Calibri Light" panose="020F0302020204030204" pitchFamily="34" charset="0"/>
                          <a:ea typeface="+mn-ea"/>
                          <a:cs typeface="+mn-cs"/>
                        </a:rPr>
                        <a:t>Languages</a:t>
                      </a:r>
                      <a:r>
                        <a:rPr lang="en-US" sz="1200" b="0" i="0" kern="1200" dirty="0" smtClean="0">
                          <a:solidFill>
                            <a:schemeClr val="tx1"/>
                          </a:solidFill>
                          <a:effectLst/>
                          <a:latin typeface="Calibri Light" panose="020F0302020204030204" pitchFamily="34" charset="0"/>
                          <a:ea typeface="+mn-ea"/>
                          <a:cs typeface="+mn-cs"/>
                        </a:rPr>
                        <a:t>:</a:t>
                      </a:r>
                      <a:endParaRPr lang="fa-IR" sz="1200" b="1" kern="1200" dirty="0">
                        <a:solidFill>
                          <a:schemeClr val="tx1"/>
                        </a:solidFill>
                        <a:latin typeface="Calibri Light" panose="020F0302020204030204" pitchFamily="34" charset="0"/>
                        <a:ea typeface="+mn-ea"/>
                        <a:cs typeface="+mn-cs"/>
                      </a:endParaRPr>
                    </a:p>
                  </a:txBody>
                  <a:tcPr marR="0">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4">
                  <a:txBody>
                    <a:bodyPr/>
                    <a:lstStyle/>
                    <a:p>
                      <a:pPr algn="just" rtl="0"/>
                      <a:r>
                        <a:rPr lang="en-US" sz="1100" b="0" i="0" kern="1200" dirty="0" smtClean="0">
                          <a:solidFill>
                            <a:schemeClr val="tx1"/>
                          </a:solidFill>
                          <a:effectLst/>
                          <a:latin typeface="Calibri Light" panose="020F0302020204030204" pitchFamily="34" charset="0"/>
                          <a:ea typeface="+mn-ea"/>
                          <a:cs typeface="+mn-cs"/>
                        </a:rPr>
                        <a:t>English(Fluent), Persian(Native).</a:t>
                      </a:r>
                      <a:r>
                        <a:rPr lang="en-US" sz="1100" dirty="0" smtClean="0">
                          <a:latin typeface="Calibri Light" panose="020F0302020204030204" pitchFamily="34" charset="0"/>
                        </a:rPr>
                        <a:t> </a:t>
                      </a:r>
                      <a:endParaRPr lang="fa-IR" sz="1100" dirty="0">
                        <a:latin typeface="Calibri Light" panose="020F0302020204030204" pitchFamily="34" charset="0"/>
                      </a:endParaRPr>
                    </a:p>
                  </a:txBody>
                  <a:tcPr marL="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rtl="0"/>
                      <a:endParaRPr lang="fa-IR" sz="1000" dirty="0">
                        <a:latin typeface="Calibri Light" panose="020F030202020403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marL="0" marR="0" indent="0" algn="ctr" defTabSz="1320759" rtl="0" eaLnBrk="1" fontAlgn="auto" latinLnBrk="0" hangingPunct="1">
                        <a:lnSpc>
                          <a:spcPct val="100000"/>
                        </a:lnSpc>
                        <a:spcBef>
                          <a:spcPts val="0"/>
                        </a:spcBef>
                        <a:spcAft>
                          <a:spcPts val="0"/>
                        </a:spcAft>
                        <a:buClrTx/>
                        <a:buSzTx/>
                        <a:buFontTx/>
                        <a:buNone/>
                        <a:tabLst/>
                        <a:defRPr/>
                      </a:pPr>
                      <a:endParaRPr lang="fa-IR" sz="1200" b="0" kern="1200" dirty="0">
                        <a:solidFill>
                          <a:schemeClr val="tx1">
                            <a:lumMod val="85000"/>
                            <a:lumOff val="15000"/>
                          </a:schemeClr>
                        </a:solidFill>
                        <a:latin typeface="Candara" panose="020E0502030303020204" pitchFamily="34"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696126"/>
                  </a:ext>
                </a:extLst>
              </a:tr>
            </a:tbl>
          </a:graphicData>
        </a:graphic>
      </p:graphicFrame>
    </p:spTree>
    <p:extLst>
      <p:ext uri="{BB962C8B-B14F-4D97-AF65-F5344CB8AC3E}">
        <p14:creationId xmlns:p14="http://schemas.microsoft.com/office/powerpoint/2010/main" val="34484824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TotalTime>
  <Words>406</Words>
  <Application>Microsoft Office PowerPoint</Application>
  <PresentationFormat>A4 Paper (210x297 mm)</PresentationFormat>
  <Paragraphs>65</Paragraphs>
  <Slides>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vt:i4>
      </vt:variant>
    </vt:vector>
  </HeadingPairs>
  <TitlesOfParts>
    <vt:vector size="12" baseType="lpstr">
      <vt:lpstr>Meiryo UI</vt:lpstr>
      <vt:lpstr>Arial</vt:lpstr>
      <vt:lpstr>B Koodak</vt:lpstr>
      <vt:lpstr>Calibri</vt:lpstr>
      <vt:lpstr>Calibri Light</vt:lpstr>
      <vt:lpstr>Candara</vt:lpstr>
      <vt:lpstr>Century</vt:lpstr>
      <vt:lpstr>Century Gothic</vt:lpstr>
      <vt:lpstr>Times New Roman</vt:lpstr>
      <vt:lpstr>Office Theme</vt:lpstr>
      <vt:lpstr>PowerPoint Presentation</vt:lpstr>
      <vt:lpstr>PowerPoint Presentation</vt:lpstr>
    </vt:vector>
  </TitlesOfParts>
  <Company>diakov.net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RePack by Diakov</dc:creator>
  <cp:lastModifiedBy>RePack by Diakov</cp:lastModifiedBy>
  <cp:revision>76</cp:revision>
  <dcterms:created xsi:type="dcterms:W3CDTF">2021-09-08T03:34:39Z</dcterms:created>
  <dcterms:modified xsi:type="dcterms:W3CDTF">2022-04-22T20:11:51Z</dcterms:modified>
</cp:coreProperties>
</file>